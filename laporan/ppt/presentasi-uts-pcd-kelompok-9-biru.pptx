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c68b14fbc3493d" /><Relationship Type="http://schemas.openxmlformats.org/officeDocument/2006/relationships/extended-properties" Target="/docProps/app.xml" Id="R3880b2dc5ad44285" /><Relationship Type="http://schemas.openxmlformats.org/officeDocument/2006/relationships/officeDocument" Target="/ppt/presentation.xml" Id="R05b14acaa54f4a05" /></Relationships>
</file>

<file path=ppt/presentation.xml><?xml version="1.0" encoding="utf-8"?>
<p:presentation xmlns:p="http://schemas.openxmlformats.org/presentationml/2006/main">
  <p:sldMasterIdLst>
    <p:sldMasterId xmlns:r="http://schemas.openxmlformats.org/officeDocument/2006/relationships" id="2147483648" r:id="R262fc95338dd47c9"/>
  </p:sldMasterIdLst>
  <p:notesMasterIdLst>
    <p:notesMasterId xmlns:r="http://schemas.openxmlformats.org/officeDocument/2006/relationships" r:id="R75b6ad49fb34456e"/>
  </p:notesMasterIdLst>
  <p:sldIdLst>
    <p:sldId xmlns:r="http://schemas.openxmlformats.org/officeDocument/2006/relationships" id="256" r:id="R5747e79761ad4b0c"/>
    <p:sldId xmlns:r="http://schemas.openxmlformats.org/officeDocument/2006/relationships" id="257" r:id="R81bce5adcfce4c9f"/>
    <p:sldId xmlns:r="http://schemas.openxmlformats.org/officeDocument/2006/relationships" id="258" r:id="Rf4e83d4257094cc4"/>
    <p:sldId xmlns:r="http://schemas.openxmlformats.org/officeDocument/2006/relationships" id="259" r:id="R0ece215413864675"/>
    <p:sldId xmlns:r="http://schemas.openxmlformats.org/officeDocument/2006/relationships" id="260" r:id="R4393e141f33c4879"/>
    <p:sldId xmlns:r="http://schemas.openxmlformats.org/officeDocument/2006/relationships" id="261" r:id="Rac5663df992d4291"/>
    <p:sldId xmlns:r="http://schemas.openxmlformats.org/officeDocument/2006/relationships" id="262" r:id="R8c3afded51164c76"/>
    <p:sldId xmlns:r="http://schemas.openxmlformats.org/officeDocument/2006/relationships" id="263" r:id="R7e007032277743ce"/>
    <p:sldId xmlns:r="http://schemas.openxmlformats.org/officeDocument/2006/relationships" id="264" r:id="R5ec1185ae4084318"/>
    <p:sldId xmlns:r="http://schemas.openxmlformats.org/officeDocument/2006/relationships" id="265" r:id="R7788be9f19904ebd"/>
    <p:sldId xmlns:r="http://schemas.openxmlformats.org/officeDocument/2006/relationships" id="266" r:id="Rfd22a1a863e74e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1c09bca60048c7" /><Relationship Type="http://schemas.openxmlformats.org/officeDocument/2006/relationships/slideMaster" Target="/ppt/slideMasters/slideMaster1.xml" Id="R262fc95338dd47c9" /><Relationship Type="http://schemas.openxmlformats.org/officeDocument/2006/relationships/notesMaster" Target="/ppt/notesMasters/notesMaster1.xml" Id="R75b6ad49fb34456e" /><Relationship Type="http://schemas.openxmlformats.org/officeDocument/2006/relationships/presProps" Target="/ppt/presProps.xml" Id="R1d26f0d3d31249d8" /><Relationship Type="http://schemas.openxmlformats.org/officeDocument/2006/relationships/tableStyles" Target="/ppt/tableStyles.xml" Id="Rfddf5c3c0b8e42d3" /><Relationship Type="http://schemas.openxmlformats.org/officeDocument/2006/relationships/slide" Target="/ppt/slides/slide1.xml" Id="R5747e79761ad4b0c" /><Relationship Type="http://schemas.openxmlformats.org/officeDocument/2006/relationships/slide" Target="/ppt/slides/slide2.xml" Id="R81bce5adcfce4c9f" /><Relationship Type="http://schemas.openxmlformats.org/officeDocument/2006/relationships/slide" Target="/ppt/slides/slide3.xml" Id="Rf4e83d4257094cc4" /><Relationship Type="http://schemas.openxmlformats.org/officeDocument/2006/relationships/slide" Target="/ppt/slides/slide4.xml" Id="R0ece215413864675" /><Relationship Type="http://schemas.openxmlformats.org/officeDocument/2006/relationships/slide" Target="/ppt/slides/slide5.xml" Id="R4393e141f33c4879" /><Relationship Type="http://schemas.openxmlformats.org/officeDocument/2006/relationships/slide" Target="/ppt/slides/slide6.xml" Id="Rac5663df992d4291" /><Relationship Type="http://schemas.openxmlformats.org/officeDocument/2006/relationships/slide" Target="/ppt/slides/slide7.xml" Id="R8c3afded51164c76" /><Relationship Type="http://schemas.openxmlformats.org/officeDocument/2006/relationships/slide" Target="/ppt/slides/slide8.xml" Id="R7e007032277743ce" /><Relationship Type="http://schemas.openxmlformats.org/officeDocument/2006/relationships/slide" Target="/ppt/slides/slide9.xml" Id="R5ec1185ae4084318" /><Relationship Type="http://schemas.openxmlformats.org/officeDocument/2006/relationships/slide" Target="/ppt/slides/slide10.xml" Id="R7788be9f19904ebd" /><Relationship Type="http://schemas.openxmlformats.org/officeDocument/2006/relationships/slide" Target="/ppt/slides/slide11.xml" Id="Rfd22a1a863e74e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6db60bc1044f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feb3daecd44d5c" /><Relationship Type="http://schemas.openxmlformats.org/officeDocument/2006/relationships/notesMaster" Target="/ppt/notesMasters/notesMaster1.xml" Id="Rbee2a23bce49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b7ea5951884f44" /><Relationship Type="http://schemas.openxmlformats.org/officeDocument/2006/relationships/notesMaster" Target="/ppt/notesMasters/notesMaster1.xml" Id="Rfd76faf049e44a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5aae01228c468c" /><Relationship Type="http://schemas.openxmlformats.org/officeDocument/2006/relationships/notesMaster" Target="/ppt/notesMasters/notesMaster1.xml" Id="R63f51293e6d64e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6f2b1fbe8745e2" /><Relationship Type="http://schemas.openxmlformats.org/officeDocument/2006/relationships/notesMaster" Target="/ppt/notesMasters/notesMaster1.xml" Id="R4b321b5e02db4d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0322d3b0fe42a0" /><Relationship Type="http://schemas.openxmlformats.org/officeDocument/2006/relationships/notesMaster" Target="/ppt/notesMasters/notesMaster1.xml" Id="Raf1ec2f844b14d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f3f37194f644af" /><Relationship Type="http://schemas.openxmlformats.org/officeDocument/2006/relationships/notesMaster" Target="/ppt/notesMasters/notesMaster1.xml" Id="R059c65411a2748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2e38a067254a32" /><Relationship Type="http://schemas.openxmlformats.org/officeDocument/2006/relationships/notesMaster" Target="/ppt/notesMasters/notesMaster1.xml" Id="Rb0f9b84c025e46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1b1263635c499b" /><Relationship Type="http://schemas.openxmlformats.org/officeDocument/2006/relationships/notesMaster" Target="/ppt/notesMasters/notesMaster1.xml" Id="Rb9a5563fc0ca4e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ccdeb6c0d84be9" /><Relationship Type="http://schemas.openxmlformats.org/officeDocument/2006/relationships/notesMaster" Target="/ppt/notesMasters/notesMaster1.xml" Id="Ra53948394c664d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c79cd4ef8c434b" /><Relationship Type="http://schemas.openxmlformats.org/officeDocument/2006/relationships/notesMaster" Target="/ppt/notesMasters/notesMaster1.xml" Id="Rf07ad7cefd1b4e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965751b3774c7c" /><Relationship Type="http://schemas.openxmlformats.org/officeDocument/2006/relationships/notesMaster" Target="/ppt/notesMasters/notesMaster1.xml" Id="Rb74140947f2f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45 detik. Waktu 00:00–00:45.</a:t>
            </a:r>
          </a:p>
          <a:p xmlns:a="http://schemas.openxmlformats.org/drawingml/2006/main">
            <a:r>
              <a:t/>
            </a:r>
          </a:p>
          <a:p xmlns:a="http://schemas.openxmlformats.org/drawingml/2006/main">
            <a:r>
              <a:t>Perkenalkan Kelompok 9: Bambang Herlambang, NRP 5803024019, dan Dustin Pranata Wangsawidjaja, NRP 5803024021. Sampaikan bahwa presentasi kelompok disusun untuk tiga soal UTS INF301. Soal 1 membahas selisih LoG, soal 2 merupakan bagian anggota kelompok yang akan mengisi slide 5–7, dan soal 3 menghitung koin berdasarkan ukuran. Bagian soal 2 masih kosong pada berkas ini.</a:t>
            </a:r>
          </a:p>
          <a:p xmlns:a="http://schemas.openxmlformats.org/drawingml/2006/main">
            <a:r>
              <a:t/>
            </a:r>
          </a:p>
          <a:p xmlns:a="http://schemas.openxmlformats.org/drawingml/2006/main">
            <a:r>
              <a:t>Kredit logo: Fakultas Teknik UKWMS, https://ft.ukwms.ac.id/. Aset lokal: laporan/latex/images/logo-ukwms.png.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100 detik. Waktu 00:45–02:25.</a:t>
            </a:r>
          </a:p>
          <a:p xmlns:a="http://schemas.openxmlformats.org/drawingml/2006/main">
            <a:r>
              <a:t/>
            </a:r>
          </a:p>
          <a:p xmlns:a="http://schemas.openxmlformats.org/drawingml/2006/main">
            <a:r>
              <a:t>Tunjuk citra contoh sintetis berukuran 384 × 256 piksel. Program membaca citra, mengubahnya menjadi grayscale dan float64 dalam rentang nol sampai satu. Jelaskan LoG sebagai Gaussian yang diikuti turunan kedua pada arah spasial. Kedua filter menerima citra masukan yang sama. Sigma pertama adalah 0,1 piksel untuk im1, dan sigma kedua 0,2 piksel untuk im2. Mode reflect menangani batas citra. Im2 tidak dihitung dari im1. Pengurangan im1 dikurangi im2 memakai respons asli bertanda, sebelum pembuatan gambar pratinjau. Nilai numerik disimpan ke NPY, kemudian PNG membantu menampilkan hasil. Tegaskan satuan sigma adalah piksel.</a:t>
            </a:r>
          </a:p>
          <a:p xmlns:a="http://schemas.openxmlformats.org/drawingml/2006/main">
            <a:r>
              <a:t/>
            </a:r>
          </a:p>
          <a:p xmlns:a="http://schemas.openxmlformats.org/drawingml/2006/main">
            <a:r>
              <a:t>Rujukan: https://docs.scipy.org/doc/scipy/reference/generated/scipy.ndimage.gaussian_laplace.html. Implementasi dan aset lokal: soal1/main.py dan soal1/data/citra_uji.png.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110 detik. Waktu 02:25–04:15.</a:t>
            </a:r>
          </a:p>
          <a:p xmlns:a="http://schemas.openxmlformats.org/drawingml/2006/main">
            <a:r>
              <a:t/>
            </a:r>
          </a:p>
          <a:p xmlns:a="http://schemas.openxmlformats.org/drawingml/2006/main">
            <a:r>
              <a:t>Bandingkan im1, im2, dan hasil. Ketiga PNG memakai rentang tampilan bersama dari minus 200 hingga 200. Nol tampil abu-abu sekitar 128, nilai negatif lebih gelap, dan nilai positif jika ada akan lebih terang. Pada contoh utama ini seluruh respons bernilai negatif, sehingga jangan mengklaim panel menunjukkan dua tanda. Baca tabel rentang: hasil asli sekitar minus 150,006577 hingga minus 13,531345. Perbedaan kecerahan mencerminkan perbedaan besar respons karena skala tampilan sama. NPY mempertahankan data float64 asli. PNG hanya pratinjau dan tidak digunakan untuk pengurangan. Kemiripan respons dengan negatif citra menjadi pengantar bias DC pada slide berikutnya.</a:t>
            </a:r>
          </a:p>
          <a:p xmlns:a="http://schemas.openxmlformats.org/drawingml/2006/main">
            <a:r>
              <a:t/>
            </a:r>
          </a:p>
          <a:p xmlns:a="http://schemas.openxmlformats.org/drawingml/2006/main">
            <a:r>
              <a:t>Aset lokal: soal1/hasil/im1.png, im2.png, hasil.png, metadata.json, dan berkas 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120 detik. Waktu 04:15–06:15.</a:t>
            </a:r>
          </a:p>
          <a:p xmlns:a="http://schemas.openxmlformats.org/drawingml/2006/main">
            <a:r>
              <a:t/>
            </a:r>
          </a:p>
          <a:p xmlns:a="http://schemas.openxmlformats.org/drawingml/2006/main">
            <a:r>
              <a:t>LoG kontinu ideal memberi nol pada citra konstan. Namun sigma pada soal jauh lebih kecil daripada jarak satu piksel. Pada SciPy 1.15.3 dengan truncate bawaan empat, sigma 0,1 memberi radius kernel nol. Dalam dua dimensi responsnya menjadi sekitar minus 200 kali intensitas. Gunakan contoh konstan 0,4: im1 minus 80, im2 sekitar minus 19,9962734, dan selisih sekitar minus 60,0037266. Nilai tak nol ini merupakan bias DC akibat sampling kernel diskret, bukan tepi pada citra konstan. Penjelasan tersebut khusus untuk parameter kecil ini, bukan untuk setiap penggunaan LoG. Program tetap mengikuti sigma soal. Tiga tes LoG memeriksa respons analitik, selisih nol saat sigma sama, dan penyimpanan nilai bertanda. Pengujian dua tanda menggunakan sigma tambahan 1 dan 2, sedangkan hasil tugas tetap memakai 0,1 dan 0,2.</a:t>
            </a:r>
          </a:p>
          <a:p xmlns:a="http://schemas.openxmlformats.org/drawingml/2006/main">
            <a:r>
              <a:t/>
            </a:r>
          </a:p>
          <a:p xmlns:a="http://schemas.openxmlformats.org/drawingml/2006/main">
            <a:r>
              <a:t>Rujukan: https://docs.scipy.org/doc/scipy/reference/generated/scipy.ndimage.gaussian_laplace.html. Bukti lokal: soal1/tests/test_log.py.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100 detik. Waktu 06:15–07:55.</a:t>
            </a:r>
          </a:p>
          <a:p xmlns:a="http://schemas.openxmlformats.org/drawingml/2006/main">
            <a:r>
              <a:t/>
            </a:r>
          </a:p>
          <a:p xmlns:a="http://schemas.openxmlformats.org/drawingml/2006/main">
            <a:r>
              <a:t>Alokasi waktu soal 2, slide pertama. Slide sengaja kosong sesuai permintaan pengguna. Waktu dicadangkan untuk materi anggota kelompok dan belum berisi hasil atau klaim implementasi.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100 detik. Waktu 07:55–09:35.</a:t>
            </a:r>
          </a:p>
          <a:p xmlns:a="http://schemas.openxmlformats.org/drawingml/2006/main">
            <a:r>
              <a:t/>
            </a:r>
          </a:p>
          <a:p xmlns:a="http://schemas.openxmlformats.org/drawingml/2006/main">
            <a:r>
              <a:t>Alokasi waktu soal 2, slide kedua. Slide sengaja kosong sesuai permintaan pengguna. Waktu dicadangkan untuk materi anggota kelompok.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100 detik. Waktu 09:35–11:15.</a:t>
            </a:r>
          </a:p>
          <a:p xmlns:a="http://schemas.openxmlformats.org/drawingml/2006/main">
            <a:r>
              <a:t/>
            </a:r>
          </a:p>
          <a:p xmlns:a="http://schemas.openxmlformats.org/drawingml/2006/main">
            <a:r>
              <a:t>Alokasi waktu soal 2, slide ketiga. Slide sengaja kosong sesuai permintaan pengguna. Waktu dicadangkan untuk materi anggota kelompok.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120 detik. Waktu 11:15–13:15.</a:t>
            </a:r>
          </a:p>
          <a:p xmlns:a="http://schemas.openxmlformats.org/drawingml/2006/main">
            <a:r>
              <a:t/>
            </a:r>
          </a:p>
          <a:p xmlns:a="http://schemas.openxmlformats.org/drawingml/2006/main">
            <a:r>
              <a:t>Jelaskan bahwa contoh merupakan citra sintetis seratus koin, bukan foto mata uang nyata. Asumsinya koin terlihat utuh, tidak saling menyentuh, dan berada pada latar seragam. Pengukuran membutuhkan segmentasi terlebih dahulu. Ambang Otsu membagi intensitas menjadi dua kelas. Mayoritas piksel bingkai menentukan kelas latar agar koin terang maupun gelap dapat ditangani, dengan asumsi bingkai didominasi latar. Setelah ambang, program mengisi lubang pada mask supaya detail permukaan tidak mengurangi luas objek. Komponen di bawah 50 piksel persegi disaring sebagai derau kecil. Label delapan tetangga memberi identitas pada setiap komponen. Warna pada gambar label menunjukkan identitas komponen, bukan kelompok ukuran. Satu label mewakili satu koin selama asumsi terpisah terpenuhi. Koin bersentuhan dapat menyatu dan mengganggu penghitungan.</a:t>
            </a:r>
          </a:p>
          <a:p xmlns:a="http://schemas.openxmlformats.org/drawingml/2006/main">
            <a:r>
              <a:t/>
            </a:r>
          </a:p>
          <a:p xmlns:a="http://schemas.openxmlformats.org/drawingml/2006/main">
            <a:r>
              <a:t>Rujukan: https://scikit-image.org/docs/stable/api/skimage.filters.html#skimage.filters.threshold_otsu. Aset lokal: soal3/hasil/mask_koin.png dan label_koin.png.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120 detik. Waktu 13:15–15:15.</a:t>
            </a:r>
          </a:p>
          <a:p xmlns:a="http://schemas.openxmlformats.org/drawingml/2006/main">
            <a:r>
              <a:t/>
            </a:r>
          </a:p>
          <a:p xmlns:a="http://schemas.openxmlformats.org/drawingml/2006/main">
            <a:r>
              <a:t>Regionprops mengukur objek yang sudah berlabel. Luas A adalah jumlah piksel objek. Diameter ekuivalen adalah akar empat A dibagi pi, yaitu diameter lingkaran dengan luas yang sama. Centroid menentukan posisi anotasi, sedangkan bounding box menunjukkan batas objek. Diameter diurutkan dari kecil ke besar. Ketika calon koin masuk ke kelompok terakhir, median calon kelompok dihitung ulang. Penggabungan hanya diterima jika seluruh anggota calon kelompok berada paling jauh delapan persen dari median tersebut. Tekankan bahwa pemeriksaan mencakup seluruh anggota, bukan hanya dua diameter bertetangga. Jika gagal, buat kelompok baru. K1 dan seterusnya mengikuti ukuran menaik. Jumlah kelompok tidak dipaksa menjadi empat. Ukuran fisik yang sangat dekat dapat tergabung. Tanpa kalibrasi, satuannya piksel, bukan milimeter atau nominal mata uang. Perspektif juga dapat mengubah perbandingan ukuran.</a:t>
            </a:r>
          </a:p>
          <a:p xmlns:a="http://schemas.openxmlformats.org/drawingml/2006/main">
            <a:r>
              <a:t/>
            </a:r>
          </a:p>
          <a:p xmlns:a="http://schemas.openxmlformats.org/drawingml/2006/main">
            <a:r>
              <a:t>Rujukan: https://scikit-image.org/docs/stable/api/skimage.measure.html#skimage.measure.regionprops. Implementasi lokal: soal3/main.py.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120 detik. Waktu 15:15–17:15.</a:t>
            </a:r>
          </a:p>
          <a:p xmlns:a="http://schemas.openxmlformats.org/drawingml/2006/main">
            <a:r>
              <a:t/>
            </a:r>
          </a:p>
          <a:p xmlns:a="http://schemas.openxmlformats.org/drawingml/2006/main">
            <a:r>
              <a:t>Tunjuk anotasi ID dan kelompok ukuran, kemudian baca tabel. K1 sampai K4 masing-masing berisi 25 koin sehingga totalnya 100. Median diameter terukur sekitar 25,85; 36,00; 45,95; dan 55,93 piksel. Acuan pembangkit adalah 26, 36, 46, dan 56 piksel. Perbedaan kecil muncul akibat rasterisasi dan segmentasi batas. Metadata pembangkit hanya digunakan untuk validasi setelah deteksi, bukan masukan algoritma. Expected-count hanya memberi peringatan, sehingga jumlah 100 tidak dipaksakan. Lima tes koin memeriksa kecocokan terhadap acuan, inversi latar, resolusi setengah, lubang dan derau kecil pada contoh sembilan koin, serta masukan seragam atau kosong. Contoh sembilan koin menunjukkan program tetap menghitung objek yang ditemukan. Keberhasilan pada data sintetis tidak menjamin setiap foto nyata. Tidak ada demo langsung yang dialokasikan pada susunan 11 slide ini.</a:t>
            </a:r>
          </a:p>
          <a:p xmlns:a="http://schemas.openxmlformats.org/drawingml/2006/main">
            <a:r>
              <a:t/>
            </a:r>
          </a:p>
          <a:p xmlns:a="http://schemas.openxmlformats.org/drawingml/2006/main">
            <a:r>
              <a:t>Aset dan bukti lokal: soal3/hasil/anotasi_koin.png, ringkasan.json, objek_koin.csv, dan soal3/tests/test_koin.py.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Durasi: 165 detik. Waktu 17:15–20:00.</a:t>
            </a:r>
          </a:p>
          <a:p xmlns:a="http://schemas.openxmlformats.org/drawingml/2006/main">
            <a:r>
              <a:t/>
            </a:r>
          </a:p>
          <a:p xmlns:a="http://schemas.openxmlformats.org/drawingml/2006/main">
            <a:r>
              <a:t>Gunakan 45 detik untuk mengakhiri paparan. Ringkas lisan hasil soal 1: dua respons LoG dengan sigma sesuai soal dan selisih bertanda, disertai keterbatasan sampling. Ringkas soal 3: segmentasi dan regionprops menghasilkan seratus koin dalam empat kelompok, masing-masing 25. Ringkasan soal 2 disesuaikan setelah anggota kelompok mengisi slide kosong. Ucapkan terima kasih. Mulai tanya jawab tepat pada menit 18:00 dan alokasikan dua menit. Saat ditanya akurasi atau ukuran fisik, batasi jawaban sesuai data yang diuji dan kebutuhan kalibrasi. Akhiri pada menit 20:00.</a:t>
            </a:r>
          </a:p>
          <a:p xmlns:a="http://schemas.openxmlformats.org/drawingml/2006/main">
            <a:r>
              <a:t/>
            </a:r>
          </a:p>
          <a:p xmlns:a="http://schemas.openxmlformats.org/drawingml/2006/main">
            <a:r>
              <a:t>Bahan pendamping: laporan/pdf/laporan-uts-pcd-kelompok-9.pdf dan LAPORAN.md.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e06d1d6c144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d975b565a041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9072b1040e4e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8e20f0e8a641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3436d595f44b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6c39eda32b4e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513555-2E6A-4DF0-B8FE-C99930392B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4A8ADF-6B23-4D90-BCD1-96DD684A85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6AAACD-6E00-4181-A4E0-95845945D0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C00178-C90C-431C-996B-54D7FEE25A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7CEECE4-72DA-4021-BDF6-48774627C7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D9E696-6EEC-4D1F-A056-D94FCDDE13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2890CD-71AE-4943-A8EB-8BE06ED83C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A6B21C-EEC1-43DC-AD02-4C37998171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E2E572-15EF-4568-AEF3-6C14D0A0B2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E2E032-284A-4EF9-91DD-33A80D640A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535a73baeb45fd" /><Relationship Type="http://schemas.openxmlformats.org/officeDocument/2006/relationships/slideLayout" Target="/ppt/slideLayouts/slideLayout1.xml" Id="R1035a6e5f5e94ca3" /><Relationship Type="http://schemas.openxmlformats.org/officeDocument/2006/relationships/slideLayout" Target="/ppt/slideLayouts/slideLayout2.xml" Id="R943fee9a80e84f78" /><Relationship Type="http://schemas.openxmlformats.org/officeDocument/2006/relationships/slideLayout" Target="/ppt/slideLayouts/slideLayout3.xml" Id="R556a6b854dd44b5a" /><Relationship Type="http://schemas.openxmlformats.org/officeDocument/2006/relationships/slideLayout" Target="/ppt/slideLayouts/slideLayout4.xml" Id="R5dd93d3d7fe949de" /><Relationship Type="http://schemas.openxmlformats.org/officeDocument/2006/relationships/slideLayout" Target="/ppt/slideLayouts/slideLayout5.xml" Id="R7d4eac309ef94e1b" /><Relationship Type="http://schemas.openxmlformats.org/officeDocument/2006/relationships/slideLayout" Target="/ppt/slideLayouts/slideLayout6.xml" Id="Rde2ff034b3ac43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5a6e5f5e94ca3"/>
    <p:sldLayoutId xmlns:r="http://schemas.openxmlformats.org/officeDocument/2006/relationships" id="2147483650" r:id="R943fee9a80e84f78"/>
    <p:sldLayoutId xmlns:r="http://schemas.openxmlformats.org/officeDocument/2006/relationships" id="2147483651" r:id="R556a6b854dd44b5a"/>
    <p:sldLayoutId xmlns:r="http://schemas.openxmlformats.org/officeDocument/2006/relationships" id="2147483652" r:id="R5dd93d3d7fe949de"/>
    <p:sldLayoutId xmlns:r="http://schemas.openxmlformats.org/officeDocument/2006/relationships" id="2147483653" r:id="R7d4eac309ef94e1b"/>
    <p:sldLayoutId xmlns:r="http://schemas.openxmlformats.org/officeDocument/2006/relationships" id="2147483654" r:id="Rde2ff034b3ac43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f1fdab5bd1440f" /><Relationship Type="http://schemas.openxmlformats.org/officeDocument/2006/relationships/image" Target="/ppt/media/image.jpeg" Id="R20d6ffaac5ac4fb7" /><Relationship Type="http://schemas.openxmlformats.org/officeDocument/2006/relationships/image" Target="/ppt/media/image.png" Id="R9d0ed3b47eb44871" /><Relationship Type="http://schemas.openxmlformats.org/officeDocument/2006/relationships/notesSlide" Target="/ppt/notesSlides/notesSlide1.xml" Id="R576d2636327c42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bc98dcd53f4411" /><Relationship Type="http://schemas.openxmlformats.org/officeDocument/2006/relationships/image" Target="/ppt/media/image2.jpeg" Id="R678563a73f6c4709" /><Relationship Type="http://schemas.openxmlformats.org/officeDocument/2006/relationships/image" Target="/ppt/media/image2.png" Id="R989236f53b8e446b" /><Relationship Type="http://schemas.openxmlformats.org/officeDocument/2006/relationships/notesSlide" Target="/ppt/notesSlides/notesSlide2.xml" Id="R75622ddb749c4d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f689b0dbb14410" /><Relationship Type="http://schemas.openxmlformats.org/officeDocument/2006/relationships/image" Target="/ppt/media/image3.jpeg" Id="R5da9665c236e4227" /><Relationship Type="http://schemas.openxmlformats.org/officeDocument/2006/relationships/image" Target="/ppt/media/image3.png" Id="R241beeaf6b974102" /><Relationship Type="http://schemas.openxmlformats.org/officeDocument/2006/relationships/image" Target="/ppt/media/image4.png" Id="R98031f97e0e94b35" /><Relationship Type="http://schemas.openxmlformats.org/officeDocument/2006/relationships/image" Target="/ppt/media/image5.png" Id="Rdbed417bb6f34b15" /><Relationship Type="http://schemas.openxmlformats.org/officeDocument/2006/relationships/notesSlide" Target="/ppt/notesSlides/notesSlide3.xml" Id="Rb4c2127b45ab4b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b08c61844f4f78" /><Relationship Type="http://schemas.openxmlformats.org/officeDocument/2006/relationships/image" Target="/ppt/media/image4.jpeg" Id="Rdf609fe0aa164323" /><Relationship Type="http://schemas.openxmlformats.org/officeDocument/2006/relationships/notesSlide" Target="/ppt/notesSlides/notesSlide4.xml" Id="R56c2a226f6b042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7a28518db74a3c" /><Relationship Type="http://schemas.openxmlformats.org/officeDocument/2006/relationships/image" Target="/ppt/media/image5.jpeg" Id="R203f1626fee14f71" /><Relationship Type="http://schemas.openxmlformats.org/officeDocument/2006/relationships/notesSlide" Target="/ppt/notesSlides/notesSlide5.xml" Id="Rbdda29f5b0464d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0340500c48459a" /><Relationship Type="http://schemas.openxmlformats.org/officeDocument/2006/relationships/image" Target="/ppt/media/image6.jpeg" Id="Ra38e51a5ac71468d" /><Relationship Type="http://schemas.openxmlformats.org/officeDocument/2006/relationships/notesSlide" Target="/ppt/notesSlides/notesSlide6.xml" Id="R5baa3da5715844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a39feeba54474b" /><Relationship Type="http://schemas.openxmlformats.org/officeDocument/2006/relationships/image" Target="/ppt/media/image7.jpeg" Id="R8d79415a960346db" /><Relationship Type="http://schemas.openxmlformats.org/officeDocument/2006/relationships/notesSlide" Target="/ppt/notesSlides/notesSlide7.xml" Id="R3f64784acb3742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1bd171e9a643b5" /><Relationship Type="http://schemas.openxmlformats.org/officeDocument/2006/relationships/image" Target="/ppt/media/image8.jpeg" Id="R9918eec152604365" /><Relationship Type="http://schemas.openxmlformats.org/officeDocument/2006/relationships/image" Target="/ppt/media/image6.png" Id="R251f9e9dccda45d4" /><Relationship Type="http://schemas.openxmlformats.org/officeDocument/2006/relationships/image" Target="/ppt/media/image7.png" Id="R8ef3ca19c55c44bf" /><Relationship Type="http://schemas.openxmlformats.org/officeDocument/2006/relationships/notesSlide" Target="/ppt/notesSlides/notesSlide8.xml" Id="R992540a277e645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d41339309945b3" /><Relationship Type="http://schemas.openxmlformats.org/officeDocument/2006/relationships/image" Target="/ppt/media/image9.jpeg" Id="R3037727ab3464648" /><Relationship Type="http://schemas.openxmlformats.org/officeDocument/2006/relationships/notesSlide" Target="/ppt/notesSlides/notesSlide9.xml" Id="Rff997868db1141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1e54a1278b4cfc" /><Relationship Type="http://schemas.openxmlformats.org/officeDocument/2006/relationships/image" Target="/ppt/media/image10.jpeg" Id="Reb3cb7a2231045f3" /><Relationship Type="http://schemas.openxmlformats.org/officeDocument/2006/relationships/image" Target="/ppt/media/image8.png" Id="R93eb488f9b2f4bec" /><Relationship Type="http://schemas.openxmlformats.org/officeDocument/2006/relationships/notesSlide" Target="/ppt/notesSlides/notesSlide10.xml" Id="Rf2f87f7113d34a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5119e1db0e463a" /><Relationship Type="http://schemas.openxmlformats.org/officeDocument/2006/relationships/image" Target="/ppt/media/image11.jpeg" Id="R01f3d34ea32141c7" /><Relationship Type="http://schemas.openxmlformats.org/officeDocument/2006/relationships/notesSlide" Target="/ppt/notesSlides/notesSlide11.xml" Id="R7e9ac863f15f495c" /></Relationships>
</file>

<file path=ppt/slides/slide1.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75CD286-28A4-4C5F-8481-DE01F9C8DAAB}"/>
              </a:ext>
            </a:extLst>
          </p:cNvPr>
          <p:cNvPicPr>
            <a:picLocks xmlns:a="http://schemas.openxmlformats.org/drawingml/2006/main" noChangeAspect="1"/>
          </p:cNvPicPr>
          <p:nvPr/>
        </p:nvPicPr>
        <p:blipFill>
          <a:blip xmlns:r="http://schemas.openxmlformats.org/officeDocument/2006/relationships" xmlns:a="http://schemas.openxmlformats.org/drawingml/2006/main" r:embed="R20d6ffaac5ac4f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nomor-slide">
            <a:extLst xmlns:a="http://schemas.openxmlformats.org/drawingml/2006/main">
              <a:ext uri="{FF2B5EF4-FFF2-40B4-BE49-F238E27FC236}">
                <a16:creationId xmlns:a16="http://schemas.microsoft.com/office/drawing/2014/main" id="{069F4AE2-C60B-47A9-BC54-A375E8F8374A}"/>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01 / 11</a:t>
            </a:r>
          </a:p>
        </p:txBody>
      </p:sp>
      <p:sp>
        <p:nvSpPr>
          <p:cNvPr id="4" name="mata-kuliah">
            <a:extLst xmlns:a="http://schemas.openxmlformats.org/drawingml/2006/main">
              <a:ext uri="{FF2B5EF4-FFF2-40B4-BE49-F238E27FC236}">
                <a16:creationId xmlns:a16="http://schemas.microsoft.com/office/drawing/2014/main" id="{BD32841E-1D94-4581-A838-26F1423796D6}"/>
              </a:ext>
            </a:extLst>
          </p:cNvPr>
          <p:cNvSpPr>
            <a:spLocks xmlns:a="http://schemas.openxmlformats.org/drawingml/2006/main" noGrp="1"/>
          </p:cNvSpPr>
          <p:nvPr/>
        </p:nvSpPr>
        <p:spPr>
          <a:xfrm xmlns:a="http://schemas.openxmlformats.org/drawingml/2006/main">
            <a:off x="1524000" y="6286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5DDFFF"/>
                </a:solidFill>
                <a:latin typeface="Arial"/>
                <a:ea typeface="Arial"/>
                <a:cs typeface="Arial"/>
              </a:defRPr>
            </a:defPPr>
            <a:lvl1pPr algn="ctr">
              <a:defRPr sz="2100" b="1">
                <a:solidFill>
                  <a:srgbClr val="5DDFFF"/>
                </a:solidFill>
                <a:latin typeface="Arial"/>
                <a:ea typeface="Arial"/>
                <a:cs typeface="Arial"/>
              </a:defRPr>
            </a:lvl1pPr>
            <a:lvl2pPr algn="ctr">
              <a:defRPr sz="2100" b="1">
                <a:solidFill>
                  <a:srgbClr val="5DDFFF"/>
                </a:solidFill>
                <a:latin typeface="Arial"/>
                <a:ea typeface="Arial"/>
                <a:cs typeface="Arial"/>
              </a:defRPr>
            </a:lvl2pPr>
            <a:lvl3pPr algn="ctr">
              <a:defRPr sz="2100" b="1">
                <a:solidFill>
                  <a:srgbClr val="5DDFFF"/>
                </a:solidFill>
                <a:latin typeface="Arial"/>
                <a:ea typeface="Arial"/>
                <a:cs typeface="Arial"/>
              </a:defRPr>
            </a:lvl3pPr>
            <a:lvl4pPr algn="ctr">
              <a:defRPr sz="2100" b="1">
                <a:solidFill>
                  <a:srgbClr val="5DDFFF"/>
                </a:solidFill>
                <a:latin typeface="Arial"/>
                <a:ea typeface="Arial"/>
                <a:cs typeface="Arial"/>
              </a:defRPr>
            </a:lvl4pPr>
            <a:lvl5pPr algn="ctr">
              <a:defRPr sz="2100" b="1">
                <a:solidFill>
                  <a:srgbClr val="5DDFFF"/>
                </a:solidFill>
                <a:latin typeface="Arial"/>
                <a:ea typeface="Arial"/>
                <a:cs typeface="Arial"/>
              </a:defRPr>
            </a:lvl5pPr>
            <a:lvl6pPr algn="ctr">
              <a:defRPr sz="2100" b="1">
                <a:solidFill>
                  <a:srgbClr val="5DDFFF"/>
                </a:solidFill>
                <a:latin typeface="Arial"/>
                <a:ea typeface="Arial"/>
                <a:cs typeface="Arial"/>
              </a:defRPr>
            </a:lvl6pPr>
            <a:lvl7pPr algn="ctr">
              <a:defRPr sz="2100" b="1">
                <a:solidFill>
                  <a:srgbClr val="5DDFFF"/>
                </a:solidFill>
                <a:latin typeface="Arial"/>
                <a:ea typeface="Arial"/>
                <a:cs typeface="Arial"/>
              </a:defRPr>
            </a:lvl7pPr>
            <a:lvl8pPr algn="ctr">
              <a:defRPr sz="2100" b="1">
                <a:solidFill>
                  <a:srgbClr val="5DDFFF"/>
                </a:solidFill>
                <a:latin typeface="Arial"/>
                <a:ea typeface="Arial"/>
                <a:cs typeface="Arial"/>
              </a:defRPr>
            </a:lvl8pPr>
            <a:lvl9pPr algn="ctr">
              <a:defRPr sz="2100" b="1">
                <a:solidFill>
                  <a:srgbClr val="5DDFFF"/>
                </a:solidFill>
                <a:latin typeface="Arial"/>
                <a:ea typeface="Arial"/>
                <a:cs typeface="Arial"/>
              </a:defRPr>
            </a:lvl9pPr>
          </a:lstStyle>
          <a:p xmlns:a="http://schemas.openxmlformats.org/drawingml/2006/main">
            <a:pPr algn="ctr">
              <a:defRPr sz="2100" b="1">
                <a:solidFill>
                  <a:srgbClr val="5DDFFF"/>
                </a:solidFill>
                <a:latin typeface="Arial"/>
                <a:ea typeface="Arial"/>
                <a:cs typeface="Arial"/>
              </a:defRPr>
            </a:pPr>
            <a:r>
              <a:rPr sz="2100" b="1">
                <a:solidFill>
                  <a:srgbClr val="5DDFFF"/>
                </a:solidFill>
                <a:latin typeface="Arial"/>
                <a:ea typeface="Arial"/>
                <a:cs typeface="Arial"/>
              </a:rPr>
              <a:t>UTS INF301</a:t>
            </a:r>
          </a:p>
        </p:txBody>
      </p:sp>
      <p:sp>
        <p:nvSpPr>
          <p:cNvPr id="5" name="judul-1">
            <a:extLst xmlns:a="http://schemas.openxmlformats.org/drawingml/2006/main">
              <a:ext uri="{FF2B5EF4-FFF2-40B4-BE49-F238E27FC236}">
                <a16:creationId xmlns:a16="http://schemas.microsoft.com/office/drawing/2014/main" id="{FC06D535-E706-41FA-A380-106E6C0632D6}"/>
              </a:ext>
            </a:extLst>
          </p:cNvPr>
          <p:cNvSpPr>
            <a:spLocks xmlns:a="http://schemas.openxmlformats.org/drawingml/2006/main" noGrp="1"/>
          </p:cNvSpPr>
          <p:nvPr/>
        </p:nvSpPr>
        <p:spPr>
          <a:xfrm xmlns:a="http://schemas.openxmlformats.org/drawingml/2006/main">
            <a:off x="952500" y="1381125"/>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5400" b="1">
                <a:solidFill>
                  <a:srgbClr val="F4F8FF"/>
                </a:solidFill>
                <a:latin typeface="Arial"/>
                <a:ea typeface="Arial"/>
                <a:cs typeface="Arial"/>
              </a:defRPr>
            </a:defPPr>
            <a:lvl1pPr algn="ctr">
              <a:defRPr sz="5400" b="1">
                <a:solidFill>
                  <a:srgbClr val="F4F8FF"/>
                </a:solidFill>
                <a:latin typeface="Arial"/>
                <a:ea typeface="Arial"/>
                <a:cs typeface="Arial"/>
              </a:defRPr>
            </a:lvl1pPr>
            <a:lvl2pPr algn="ctr">
              <a:defRPr sz="5400" b="1">
                <a:solidFill>
                  <a:srgbClr val="F4F8FF"/>
                </a:solidFill>
                <a:latin typeface="Arial"/>
                <a:ea typeface="Arial"/>
                <a:cs typeface="Arial"/>
              </a:defRPr>
            </a:lvl2pPr>
            <a:lvl3pPr algn="ctr">
              <a:defRPr sz="5400" b="1">
                <a:solidFill>
                  <a:srgbClr val="F4F8FF"/>
                </a:solidFill>
                <a:latin typeface="Arial"/>
                <a:ea typeface="Arial"/>
                <a:cs typeface="Arial"/>
              </a:defRPr>
            </a:lvl3pPr>
            <a:lvl4pPr algn="ctr">
              <a:defRPr sz="5400" b="1">
                <a:solidFill>
                  <a:srgbClr val="F4F8FF"/>
                </a:solidFill>
                <a:latin typeface="Arial"/>
                <a:ea typeface="Arial"/>
                <a:cs typeface="Arial"/>
              </a:defRPr>
            </a:lvl4pPr>
            <a:lvl5pPr algn="ctr">
              <a:defRPr sz="5400" b="1">
                <a:solidFill>
                  <a:srgbClr val="F4F8FF"/>
                </a:solidFill>
                <a:latin typeface="Arial"/>
                <a:ea typeface="Arial"/>
                <a:cs typeface="Arial"/>
              </a:defRPr>
            </a:lvl5pPr>
            <a:lvl6pPr algn="ctr">
              <a:defRPr sz="5400" b="1">
                <a:solidFill>
                  <a:srgbClr val="F4F8FF"/>
                </a:solidFill>
                <a:latin typeface="Arial"/>
                <a:ea typeface="Arial"/>
                <a:cs typeface="Arial"/>
              </a:defRPr>
            </a:lvl6pPr>
            <a:lvl7pPr algn="ctr">
              <a:defRPr sz="5400" b="1">
                <a:solidFill>
                  <a:srgbClr val="F4F8FF"/>
                </a:solidFill>
                <a:latin typeface="Arial"/>
                <a:ea typeface="Arial"/>
                <a:cs typeface="Arial"/>
              </a:defRPr>
            </a:lvl7pPr>
            <a:lvl8pPr algn="ctr">
              <a:defRPr sz="5400" b="1">
                <a:solidFill>
                  <a:srgbClr val="F4F8FF"/>
                </a:solidFill>
                <a:latin typeface="Arial"/>
                <a:ea typeface="Arial"/>
                <a:cs typeface="Arial"/>
              </a:defRPr>
            </a:lvl8pPr>
            <a:lvl9pPr algn="ctr">
              <a:defRPr sz="5400" b="1">
                <a:solidFill>
                  <a:srgbClr val="F4F8FF"/>
                </a:solidFill>
                <a:latin typeface="Arial"/>
                <a:ea typeface="Arial"/>
                <a:cs typeface="Arial"/>
              </a:defRPr>
            </a:lvl9pPr>
          </a:lstStyle>
          <a:p xmlns:a="http://schemas.openxmlformats.org/drawingml/2006/main">
            <a:pPr algn="ctr">
              <a:defRPr sz="5400" b="1">
                <a:solidFill>
                  <a:srgbClr val="F4F8FF"/>
                </a:solidFill>
                <a:latin typeface="Arial"/>
                <a:ea typeface="Arial"/>
                <a:cs typeface="Arial"/>
              </a:defRPr>
            </a:pPr>
            <a:r>
              <a:rPr sz="5400" b="1">
                <a:solidFill>
                  <a:srgbClr val="F4F8FF"/>
                </a:solidFill>
                <a:latin typeface="Arial"/>
                <a:ea typeface="Arial"/>
                <a:cs typeface="Arial"/>
              </a:rPr>
              <a:t>Pengolahan</a:t>
            </a:r>
          </a:p>
        </p:txBody>
      </p:sp>
      <p:sp>
        <p:nvSpPr>
          <p:cNvPr id="6" name="judul-2">
            <a:extLst xmlns:a="http://schemas.openxmlformats.org/drawingml/2006/main">
              <a:ext uri="{FF2B5EF4-FFF2-40B4-BE49-F238E27FC236}">
                <a16:creationId xmlns:a16="http://schemas.microsoft.com/office/drawing/2014/main" id="{61528305-B5A5-4465-90BF-D3E8FA895C3A}"/>
              </a:ext>
            </a:extLst>
          </p:cNvPr>
          <p:cNvSpPr>
            <a:spLocks xmlns:a="http://schemas.openxmlformats.org/drawingml/2006/main" noGrp="1"/>
          </p:cNvSpPr>
          <p:nvPr/>
        </p:nvSpPr>
        <p:spPr>
          <a:xfrm xmlns:a="http://schemas.openxmlformats.org/drawingml/2006/main">
            <a:off x="952500" y="2257425"/>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5850" b="1">
                <a:solidFill>
                  <a:srgbClr val="5DDFFF"/>
                </a:solidFill>
                <a:latin typeface="Arial"/>
                <a:ea typeface="Arial"/>
                <a:cs typeface="Arial"/>
              </a:defRPr>
            </a:defPPr>
            <a:lvl1pPr algn="ctr">
              <a:defRPr sz="5850" b="1">
                <a:solidFill>
                  <a:srgbClr val="5DDFFF"/>
                </a:solidFill>
                <a:latin typeface="Arial"/>
                <a:ea typeface="Arial"/>
                <a:cs typeface="Arial"/>
              </a:defRPr>
            </a:lvl1pPr>
            <a:lvl2pPr algn="ctr">
              <a:defRPr sz="5850" b="1">
                <a:solidFill>
                  <a:srgbClr val="5DDFFF"/>
                </a:solidFill>
                <a:latin typeface="Arial"/>
                <a:ea typeface="Arial"/>
                <a:cs typeface="Arial"/>
              </a:defRPr>
            </a:lvl2pPr>
            <a:lvl3pPr algn="ctr">
              <a:defRPr sz="5850" b="1">
                <a:solidFill>
                  <a:srgbClr val="5DDFFF"/>
                </a:solidFill>
                <a:latin typeface="Arial"/>
                <a:ea typeface="Arial"/>
                <a:cs typeface="Arial"/>
              </a:defRPr>
            </a:lvl3pPr>
            <a:lvl4pPr algn="ctr">
              <a:defRPr sz="5850" b="1">
                <a:solidFill>
                  <a:srgbClr val="5DDFFF"/>
                </a:solidFill>
                <a:latin typeface="Arial"/>
                <a:ea typeface="Arial"/>
                <a:cs typeface="Arial"/>
              </a:defRPr>
            </a:lvl4pPr>
            <a:lvl5pPr algn="ctr">
              <a:defRPr sz="5850" b="1">
                <a:solidFill>
                  <a:srgbClr val="5DDFFF"/>
                </a:solidFill>
                <a:latin typeface="Arial"/>
                <a:ea typeface="Arial"/>
                <a:cs typeface="Arial"/>
              </a:defRPr>
            </a:lvl5pPr>
            <a:lvl6pPr algn="ctr">
              <a:defRPr sz="5850" b="1">
                <a:solidFill>
                  <a:srgbClr val="5DDFFF"/>
                </a:solidFill>
                <a:latin typeface="Arial"/>
                <a:ea typeface="Arial"/>
                <a:cs typeface="Arial"/>
              </a:defRPr>
            </a:lvl6pPr>
            <a:lvl7pPr algn="ctr">
              <a:defRPr sz="5850" b="1">
                <a:solidFill>
                  <a:srgbClr val="5DDFFF"/>
                </a:solidFill>
                <a:latin typeface="Arial"/>
                <a:ea typeface="Arial"/>
                <a:cs typeface="Arial"/>
              </a:defRPr>
            </a:lvl7pPr>
            <a:lvl8pPr algn="ctr">
              <a:defRPr sz="5850" b="1">
                <a:solidFill>
                  <a:srgbClr val="5DDFFF"/>
                </a:solidFill>
                <a:latin typeface="Arial"/>
                <a:ea typeface="Arial"/>
                <a:cs typeface="Arial"/>
              </a:defRPr>
            </a:lvl8pPr>
            <a:lvl9pPr algn="ctr">
              <a:defRPr sz="5850" b="1">
                <a:solidFill>
                  <a:srgbClr val="5DDFFF"/>
                </a:solidFill>
                <a:latin typeface="Arial"/>
                <a:ea typeface="Arial"/>
                <a:cs typeface="Arial"/>
              </a:defRPr>
            </a:lvl9pPr>
          </a:lstStyle>
          <a:p xmlns:a="http://schemas.openxmlformats.org/drawingml/2006/main">
            <a:pPr algn="ctr">
              <a:defRPr sz="5850" b="1">
                <a:solidFill>
                  <a:srgbClr val="5DDFFF"/>
                </a:solidFill>
                <a:latin typeface="Arial"/>
                <a:ea typeface="Arial"/>
                <a:cs typeface="Arial"/>
              </a:defRPr>
            </a:pPr>
            <a:r>
              <a:rPr sz="5850" b="1">
                <a:solidFill>
                  <a:srgbClr val="5DDFFF"/>
                </a:solidFill>
                <a:latin typeface="Arial"/>
                <a:ea typeface="Arial"/>
                <a:cs typeface="Arial"/>
              </a:rPr>
              <a:t>Citra Digital</a:t>
            </a:r>
          </a:p>
        </p:txBody>
      </p:sp>
      <p:sp>
        <p:nvSpPr>
          <p:cNvPr id="7" name="cakupan">
            <a:extLst xmlns:a="http://schemas.openxmlformats.org/drawingml/2006/main">
              <a:ext uri="{FF2B5EF4-FFF2-40B4-BE49-F238E27FC236}">
                <a16:creationId xmlns:a16="http://schemas.microsoft.com/office/drawing/2014/main" id="{8114A788-0484-49CA-BBA6-3F4FB01458F1}"/>
              </a:ext>
            </a:extLst>
          </p:cNvPr>
          <p:cNvSpPr>
            <a:spLocks xmlns:a="http://schemas.openxmlformats.org/drawingml/2006/main" noGrp="1"/>
          </p:cNvSpPr>
          <p:nvPr/>
        </p:nvSpPr>
        <p:spPr>
          <a:xfrm xmlns:a="http://schemas.openxmlformats.org/drawingml/2006/main">
            <a:off x="952500" y="33718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0">
                <a:solidFill>
                  <a:srgbClr val="F4F8FF"/>
                </a:solidFill>
                <a:latin typeface="Arial"/>
                <a:ea typeface="Arial"/>
                <a:cs typeface="Arial"/>
              </a:defRPr>
            </a:defPPr>
            <a:lvl1pPr algn="ctr">
              <a:defRPr sz="2250" b="0">
                <a:solidFill>
                  <a:srgbClr val="F4F8FF"/>
                </a:solidFill>
                <a:latin typeface="Arial"/>
                <a:ea typeface="Arial"/>
                <a:cs typeface="Arial"/>
              </a:defRPr>
            </a:lvl1pPr>
            <a:lvl2pPr algn="ctr">
              <a:defRPr sz="2250" b="0">
                <a:solidFill>
                  <a:srgbClr val="F4F8FF"/>
                </a:solidFill>
                <a:latin typeface="Arial"/>
                <a:ea typeface="Arial"/>
                <a:cs typeface="Arial"/>
              </a:defRPr>
            </a:lvl2pPr>
            <a:lvl3pPr algn="ctr">
              <a:defRPr sz="2250" b="0">
                <a:solidFill>
                  <a:srgbClr val="F4F8FF"/>
                </a:solidFill>
                <a:latin typeface="Arial"/>
                <a:ea typeface="Arial"/>
                <a:cs typeface="Arial"/>
              </a:defRPr>
            </a:lvl3pPr>
            <a:lvl4pPr algn="ctr">
              <a:defRPr sz="2250" b="0">
                <a:solidFill>
                  <a:srgbClr val="F4F8FF"/>
                </a:solidFill>
                <a:latin typeface="Arial"/>
                <a:ea typeface="Arial"/>
                <a:cs typeface="Arial"/>
              </a:defRPr>
            </a:lvl4pPr>
            <a:lvl5pPr algn="ctr">
              <a:defRPr sz="2250" b="0">
                <a:solidFill>
                  <a:srgbClr val="F4F8FF"/>
                </a:solidFill>
                <a:latin typeface="Arial"/>
                <a:ea typeface="Arial"/>
                <a:cs typeface="Arial"/>
              </a:defRPr>
            </a:lvl5pPr>
            <a:lvl6pPr algn="ctr">
              <a:defRPr sz="2250" b="0">
                <a:solidFill>
                  <a:srgbClr val="F4F8FF"/>
                </a:solidFill>
                <a:latin typeface="Arial"/>
                <a:ea typeface="Arial"/>
                <a:cs typeface="Arial"/>
              </a:defRPr>
            </a:lvl6pPr>
            <a:lvl7pPr algn="ctr">
              <a:defRPr sz="2250" b="0">
                <a:solidFill>
                  <a:srgbClr val="F4F8FF"/>
                </a:solidFill>
                <a:latin typeface="Arial"/>
                <a:ea typeface="Arial"/>
                <a:cs typeface="Arial"/>
              </a:defRPr>
            </a:lvl7pPr>
            <a:lvl8pPr algn="ctr">
              <a:defRPr sz="2250" b="0">
                <a:solidFill>
                  <a:srgbClr val="F4F8FF"/>
                </a:solidFill>
                <a:latin typeface="Arial"/>
                <a:ea typeface="Arial"/>
                <a:cs typeface="Arial"/>
              </a:defRPr>
            </a:lvl8pPr>
            <a:lvl9pPr algn="ctr">
              <a:defRPr sz="2250" b="0">
                <a:solidFill>
                  <a:srgbClr val="F4F8FF"/>
                </a:solidFill>
                <a:latin typeface="Arial"/>
                <a:ea typeface="Arial"/>
                <a:cs typeface="Arial"/>
              </a:defRPr>
            </a:lvl9pPr>
          </a:lstStyle>
          <a:p xmlns:a="http://schemas.openxmlformats.org/drawingml/2006/main">
            <a:pPr algn="ctr">
              <a:defRPr sz="2250" b="0">
                <a:solidFill>
                  <a:srgbClr val="F4F8FF"/>
                </a:solidFill>
                <a:latin typeface="Arial"/>
                <a:ea typeface="Arial"/>
                <a:cs typeface="Arial"/>
              </a:defRPr>
            </a:pPr>
            <a:r>
              <a:rPr sz="2250" b="0">
                <a:solidFill>
                  <a:srgbClr val="F4F8FF"/>
                </a:solidFill>
                <a:latin typeface="Arial"/>
                <a:ea typeface="Arial"/>
                <a:cs typeface="Arial"/>
              </a:rPr>
              <a:t>Soal nomor 1, 2, dan 3</a:t>
            </a:r>
          </a:p>
        </p:txBody>
      </p:sp>
      <p:sp>
        <p:nvSpPr>
          <p:cNvPr id="8" name="kelompok">
            <a:extLst xmlns:a="http://schemas.openxmlformats.org/drawingml/2006/main">
              <a:ext uri="{FF2B5EF4-FFF2-40B4-BE49-F238E27FC236}">
                <a16:creationId xmlns:a16="http://schemas.microsoft.com/office/drawing/2014/main" id="{A74EEF50-299F-454F-9F8D-F90A37E64738}"/>
              </a:ext>
            </a:extLst>
          </p:cNvPr>
          <p:cNvSpPr>
            <a:spLocks xmlns:a="http://schemas.openxmlformats.org/drawingml/2006/main" noGrp="1"/>
          </p:cNvSpPr>
          <p:nvPr/>
        </p:nvSpPr>
        <p:spPr>
          <a:xfrm xmlns:a="http://schemas.openxmlformats.org/drawingml/2006/main">
            <a:off x="952500" y="40767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1">
                <a:solidFill>
                  <a:srgbClr val="F4F8FF"/>
                </a:solidFill>
                <a:latin typeface="Arial"/>
                <a:ea typeface="Arial"/>
                <a:cs typeface="Arial"/>
              </a:defRPr>
            </a:defPPr>
            <a:lvl1pPr algn="ctr">
              <a:defRPr sz="2175" b="1">
                <a:solidFill>
                  <a:srgbClr val="F4F8FF"/>
                </a:solidFill>
                <a:latin typeface="Arial"/>
                <a:ea typeface="Arial"/>
                <a:cs typeface="Arial"/>
              </a:defRPr>
            </a:lvl1pPr>
            <a:lvl2pPr algn="ctr">
              <a:defRPr sz="2175" b="1">
                <a:solidFill>
                  <a:srgbClr val="F4F8FF"/>
                </a:solidFill>
                <a:latin typeface="Arial"/>
                <a:ea typeface="Arial"/>
                <a:cs typeface="Arial"/>
              </a:defRPr>
            </a:lvl2pPr>
            <a:lvl3pPr algn="ctr">
              <a:defRPr sz="2175" b="1">
                <a:solidFill>
                  <a:srgbClr val="F4F8FF"/>
                </a:solidFill>
                <a:latin typeface="Arial"/>
                <a:ea typeface="Arial"/>
                <a:cs typeface="Arial"/>
              </a:defRPr>
            </a:lvl3pPr>
            <a:lvl4pPr algn="ctr">
              <a:defRPr sz="2175" b="1">
                <a:solidFill>
                  <a:srgbClr val="F4F8FF"/>
                </a:solidFill>
                <a:latin typeface="Arial"/>
                <a:ea typeface="Arial"/>
                <a:cs typeface="Arial"/>
              </a:defRPr>
            </a:lvl4pPr>
            <a:lvl5pPr algn="ctr">
              <a:defRPr sz="2175" b="1">
                <a:solidFill>
                  <a:srgbClr val="F4F8FF"/>
                </a:solidFill>
                <a:latin typeface="Arial"/>
                <a:ea typeface="Arial"/>
                <a:cs typeface="Arial"/>
              </a:defRPr>
            </a:lvl5pPr>
            <a:lvl6pPr algn="ctr">
              <a:defRPr sz="2175" b="1">
                <a:solidFill>
                  <a:srgbClr val="F4F8FF"/>
                </a:solidFill>
                <a:latin typeface="Arial"/>
                <a:ea typeface="Arial"/>
                <a:cs typeface="Arial"/>
              </a:defRPr>
            </a:lvl6pPr>
            <a:lvl7pPr algn="ctr">
              <a:defRPr sz="2175" b="1">
                <a:solidFill>
                  <a:srgbClr val="F4F8FF"/>
                </a:solidFill>
                <a:latin typeface="Arial"/>
                <a:ea typeface="Arial"/>
                <a:cs typeface="Arial"/>
              </a:defRPr>
            </a:lvl7pPr>
            <a:lvl8pPr algn="ctr">
              <a:defRPr sz="2175" b="1">
                <a:solidFill>
                  <a:srgbClr val="F4F8FF"/>
                </a:solidFill>
                <a:latin typeface="Arial"/>
                <a:ea typeface="Arial"/>
                <a:cs typeface="Arial"/>
              </a:defRPr>
            </a:lvl8pPr>
            <a:lvl9pPr algn="ctr">
              <a:defRPr sz="2175" b="1">
                <a:solidFill>
                  <a:srgbClr val="F4F8FF"/>
                </a:solidFill>
                <a:latin typeface="Arial"/>
                <a:ea typeface="Arial"/>
                <a:cs typeface="Arial"/>
              </a:defRPr>
            </a:lvl9pPr>
          </a:lstStyle>
          <a:p xmlns:a="http://schemas.openxmlformats.org/drawingml/2006/main">
            <a:pPr algn="ctr">
              <a:defRPr sz="2175" b="1">
                <a:solidFill>
                  <a:srgbClr val="F4F8FF"/>
                </a:solidFill>
                <a:latin typeface="Arial"/>
                <a:ea typeface="Arial"/>
                <a:cs typeface="Arial"/>
              </a:defRPr>
            </a:pPr>
            <a:r>
              <a:rPr sz="2175" b="1">
                <a:solidFill>
                  <a:srgbClr val="F4F8FF"/>
                </a:solidFill>
                <a:latin typeface="Arial"/>
                <a:ea typeface="Arial"/>
                <a:cs typeface="Arial"/>
              </a:rPr>
              <a:t>Kelompok 9</a:t>
            </a:r>
          </a:p>
        </p:txBody>
      </p:sp>
      <p:sp>
        <p:nvSpPr>
          <p:cNvPr id="9" name="anggota-1">
            <a:extLst xmlns:a="http://schemas.openxmlformats.org/drawingml/2006/main">
              <a:ext uri="{FF2B5EF4-FFF2-40B4-BE49-F238E27FC236}">
                <a16:creationId xmlns:a16="http://schemas.microsoft.com/office/drawing/2014/main" id="{A161CEAC-2E09-438B-8A67-746E27E0E4A4}"/>
              </a:ext>
            </a:extLst>
          </p:cNvPr>
          <p:cNvSpPr>
            <a:spLocks xmlns:a="http://schemas.openxmlformats.org/drawingml/2006/main" noGrp="1"/>
          </p:cNvSpPr>
          <p:nvPr/>
        </p:nvSpPr>
        <p:spPr>
          <a:xfrm xmlns:a="http://schemas.openxmlformats.org/drawingml/2006/main">
            <a:off x="952500" y="467677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F4F8FF"/>
                </a:solidFill>
                <a:latin typeface="Arial"/>
                <a:ea typeface="Arial"/>
                <a:cs typeface="Arial"/>
              </a:defRPr>
            </a:defPPr>
            <a:lvl1pPr algn="ctr">
              <a:defRPr sz="1950" b="0">
                <a:solidFill>
                  <a:srgbClr val="F4F8FF"/>
                </a:solidFill>
                <a:latin typeface="Arial"/>
                <a:ea typeface="Arial"/>
                <a:cs typeface="Arial"/>
              </a:defRPr>
            </a:lvl1pPr>
            <a:lvl2pPr algn="ctr">
              <a:defRPr sz="1950" b="0">
                <a:solidFill>
                  <a:srgbClr val="F4F8FF"/>
                </a:solidFill>
                <a:latin typeface="Arial"/>
                <a:ea typeface="Arial"/>
                <a:cs typeface="Arial"/>
              </a:defRPr>
            </a:lvl2pPr>
            <a:lvl3pPr algn="ctr">
              <a:defRPr sz="1950" b="0">
                <a:solidFill>
                  <a:srgbClr val="F4F8FF"/>
                </a:solidFill>
                <a:latin typeface="Arial"/>
                <a:ea typeface="Arial"/>
                <a:cs typeface="Arial"/>
              </a:defRPr>
            </a:lvl3pPr>
            <a:lvl4pPr algn="ctr">
              <a:defRPr sz="1950" b="0">
                <a:solidFill>
                  <a:srgbClr val="F4F8FF"/>
                </a:solidFill>
                <a:latin typeface="Arial"/>
                <a:ea typeface="Arial"/>
                <a:cs typeface="Arial"/>
              </a:defRPr>
            </a:lvl4pPr>
            <a:lvl5pPr algn="ctr">
              <a:defRPr sz="1950" b="0">
                <a:solidFill>
                  <a:srgbClr val="F4F8FF"/>
                </a:solidFill>
                <a:latin typeface="Arial"/>
                <a:ea typeface="Arial"/>
                <a:cs typeface="Arial"/>
              </a:defRPr>
            </a:lvl5pPr>
            <a:lvl6pPr algn="ctr">
              <a:defRPr sz="1950" b="0">
                <a:solidFill>
                  <a:srgbClr val="F4F8FF"/>
                </a:solidFill>
                <a:latin typeface="Arial"/>
                <a:ea typeface="Arial"/>
                <a:cs typeface="Arial"/>
              </a:defRPr>
            </a:lvl6pPr>
            <a:lvl7pPr algn="ctr">
              <a:defRPr sz="1950" b="0">
                <a:solidFill>
                  <a:srgbClr val="F4F8FF"/>
                </a:solidFill>
                <a:latin typeface="Arial"/>
                <a:ea typeface="Arial"/>
                <a:cs typeface="Arial"/>
              </a:defRPr>
            </a:lvl7pPr>
            <a:lvl8pPr algn="ctr">
              <a:defRPr sz="1950" b="0">
                <a:solidFill>
                  <a:srgbClr val="F4F8FF"/>
                </a:solidFill>
                <a:latin typeface="Arial"/>
                <a:ea typeface="Arial"/>
                <a:cs typeface="Arial"/>
              </a:defRPr>
            </a:lvl8pPr>
            <a:lvl9pPr algn="ctr">
              <a:defRPr sz="1950" b="0">
                <a:solidFill>
                  <a:srgbClr val="F4F8FF"/>
                </a:solidFill>
                <a:latin typeface="Arial"/>
                <a:ea typeface="Arial"/>
                <a:cs typeface="Arial"/>
              </a:defRPr>
            </a:lvl9pPr>
          </a:lstStyle>
          <a:p xmlns:a="http://schemas.openxmlformats.org/drawingml/2006/main">
            <a:pPr algn="ctr">
              <a:defRPr sz="1950" b="0">
                <a:solidFill>
                  <a:srgbClr val="F4F8FF"/>
                </a:solidFill>
                <a:latin typeface="Arial"/>
                <a:ea typeface="Arial"/>
                <a:cs typeface="Arial"/>
              </a:defRPr>
            </a:pPr>
            <a:r>
              <a:rPr sz="1950" b="0">
                <a:solidFill>
                  <a:srgbClr val="F4F8FF"/>
                </a:solidFill>
                <a:latin typeface="Arial"/>
                <a:ea typeface="Arial"/>
                <a:cs typeface="Arial"/>
              </a:rPr>
              <a:t>Bambang Herlambang</a:t>
            </a:r>
          </a:p>
        </p:txBody>
      </p:sp>
      <p:sp>
        <p:nvSpPr>
          <p:cNvPr id="10" name="anggota-2">
            <a:extLst xmlns:a="http://schemas.openxmlformats.org/drawingml/2006/main">
              <a:ext uri="{FF2B5EF4-FFF2-40B4-BE49-F238E27FC236}">
                <a16:creationId xmlns:a16="http://schemas.microsoft.com/office/drawing/2014/main" id="{08FEC8F1-4C15-4CF3-B7C6-96B0BBC8EF13}"/>
              </a:ext>
            </a:extLst>
          </p:cNvPr>
          <p:cNvSpPr>
            <a:spLocks xmlns:a="http://schemas.openxmlformats.org/drawingml/2006/main" noGrp="1"/>
          </p:cNvSpPr>
          <p:nvPr/>
        </p:nvSpPr>
        <p:spPr>
          <a:xfrm xmlns:a="http://schemas.openxmlformats.org/drawingml/2006/main">
            <a:off x="6286500" y="467677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F4F8FF"/>
                </a:solidFill>
                <a:latin typeface="Arial"/>
                <a:ea typeface="Arial"/>
                <a:cs typeface="Arial"/>
              </a:defRPr>
            </a:defPPr>
            <a:lvl1pPr algn="ctr">
              <a:defRPr sz="1950" b="0">
                <a:solidFill>
                  <a:srgbClr val="F4F8FF"/>
                </a:solidFill>
                <a:latin typeface="Arial"/>
                <a:ea typeface="Arial"/>
                <a:cs typeface="Arial"/>
              </a:defRPr>
            </a:lvl1pPr>
            <a:lvl2pPr algn="ctr">
              <a:defRPr sz="1950" b="0">
                <a:solidFill>
                  <a:srgbClr val="F4F8FF"/>
                </a:solidFill>
                <a:latin typeface="Arial"/>
                <a:ea typeface="Arial"/>
                <a:cs typeface="Arial"/>
              </a:defRPr>
            </a:lvl2pPr>
            <a:lvl3pPr algn="ctr">
              <a:defRPr sz="1950" b="0">
                <a:solidFill>
                  <a:srgbClr val="F4F8FF"/>
                </a:solidFill>
                <a:latin typeface="Arial"/>
                <a:ea typeface="Arial"/>
                <a:cs typeface="Arial"/>
              </a:defRPr>
            </a:lvl3pPr>
            <a:lvl4pPr algn="ctr">
              <a:defRPr sz="1950" b="0">
                <a:solidFill>
                  <a:srgbClr val="F4F8FF"/>
                </a:solidFill>
                <a:latin typeface="Arial"/>
                <a:ea typeface="Arial"/>
                <a:cs typeface="Arial"/>
              </a:defRPr>
            </a:lvl4pPr>
            <a:lvl5pPr algn="ctr">
              <a:defRPr sz="1950" b="0">
                <a:solidFill>
                  <a:srgbClr val="F4F8FF"/>
                </a:solidFill>
                <a:latin typeface="Arial"/>
                <a:ea typeface="Arial"/>
                <a:cs typeface="Arial"/>
              </a:defRPr>
            </a:lvl5pPr>
            <a:lvl6pPr algn="ctr">
              <a:defRPr sz="1950" b="0">
                <a:solidFill>
                  <a:srgbClr val="F4F8FF"/>
                </a:solidFill>
                <a:latin typeface="Arial"/>
                <a:ea typeface="Arial"/>
                <a:cs typeface="Arial"/>
              </a:defRPr>
            </a:lvl6pPr>
            <a:lvl7pPr algn="ctr">
              <a:defRPr sz="1950" b="0">
                <a:solidFill>
                  <a:srgbClr val="F4F8FF"/>
                </a:solidFill>
                <a:latin typeface="Arial"/>
                <a:ea typeface="Arial"/>
                <a:cs typeface="Arial"/>
              </a:defRPr>
            </a:lvl7pPr>
            <a:lvl8pPr algn="ctr">
              <a:defRPr sz="1950" b="0">
                <a:solidFill>
                  <a:srgbClr val="F4F8FF"/>
                </a:solidFill>
                <a:latin typeface="Arial"/>
                <a:ea typeface="Arial"/>
                <a:cs typeface="Arial"/>
              </a:defRPr>
            </a:lvl8pPr>
            <a:lvl9pPr algn="ctr">
              <a:defRPr sz="1950" b="0">
                <a:solidFill>
                  <a:srgbClr val="F4F8FF"/>
                </a:solidFill>
                <a:latin typeface="Arial"/>
                <a:ea typeface="Arial"/>
                <a:cs typeface="Arial"/>
              </a:defRPr>
            </a:lvl9pPr>
          </a:lstStyle>
          <a:p xmlns:a="http://schemas.openxmlformats.org/drawingml/2006/main">
            <a:pPr algn="ctr">
              <a:defRPr sz="1950" b="0">
                <a:solidFill>
                  <a:srgbClr val="F4F8FF"/>
                </a:solidFill>
                <a:latin typeface="Arial"/>
                <a:ea typeface="Arial"/>
                <a:cs typeface="Arial"/>
              </a:defRPr>
            </a:pPr>
            <a:r>
              <a:rPr sz="1950" b="0">
                <a:solidFill>
                  <a:srgbClr val="F4F8FF"/>
                </a:solidFill>
                <a:latin typeface="Arial"/>
                <a:ea typeface="Arial"/>
                <a:cs typeface="Arial"/>
              </a:rPr>
              <a:t>Dustin Pranata Wangsawidjaja</a:t>
            </a:r>
          </a:p>
        </p:txBody>
      </p:sp>
      <p:pic>
        <p:nvPicPr>
          <p:cNvPr id="11" name="">
            <a:extLst xmlns:a="http://schemas.openxmlformats.org/drawingml/2006/main">
              <a:ext uri="{FF2B5EF4-FFF2-40B4-BE49-F238E27FC236}">
                <a16:creationId xmlns:a16="http://schemas.microsoft.com/office/drawing/2014/main" id="{DCCD3B51-B3D4-40BB-BDB9-0555E17F6376}"/>
              </a:ext>
            </a:extLst>
          </p:cNvPr>
          <p:cNvPicPr>
            <a:picLocks xmlns:a="http://schemas.openxmlformats.org/drawingml/2006/main" noChangeAspect="1"/>
          </p:cNvPicPr>
          <p:nvPr/>
        </p:nvPicPr>
        <p:blipFill>
          <a:blip xmlns:r="http://schemas.openxmlformats.org/officeDocument/2006/relationships" xmlns:a="http://schemas.openxmlformats.org/drawingml/2006/main" r:embed="R9d0ed3b47eb44871"/>
          <a:stretch xmlns:a="http://schemas.openxmlformats.org/drawingml/2006/main"/>
        </p:blipFill>
        <p:spPr>
          <a:xfrm xmlns:a="http://schemas.openxmlformats.org/drawingml/2006/main">
            <a:off x="10420350" y="400050"/>
            <a:ext cx="1200150" cy="1200150"/>
          </a:xfrm>
          <a:prstGeom xmlns:a="http://schemas.openxmlformats.org/drawingml/2006/main" prst="rect">
            <a:avLst/>
          </a:prstGeom>
        </p:spPr>
      </p:pic>
      <p:sp>
        <p:nvSpPr>
          <p:cNvPr id="12" name="institusi">
            <a:extLst xmlns:a="http://schemas.openxmlformats.org/drawingml/2006/main">
              <a:ext uri="{FF2B5EF4-FFF2-40B4-BE49-F238E27FC236}">
                <a16:creationId xmlns:a16="http://schemas.microsoft.com/office/drawing/2014/main" id="{D29100D8-0D1F-4344-BCB0-43CADB47D68C}"/>
              </a:ext>
            </a:extLst>
          </p:cNvPr>
          <p:cNvSpPr>
            <a:spLocks xmlns:a="http://schemas.openxmlformats.org/drawingml/2006/main" noGrp="1"/>
          </p:cNvSpPr>
          <p:nvPr/>
        </p:nvSpPr>
        <p:spPr>
          <a:xfrm xmlns:a="http://schemas.openxmlformats.org/drawingml/2006/main">
            <a:off x="952500" y="56578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BCD0EB"/>
                </a:solidFill>
                <a:latin typeface="Arial"/>
                <a:ea typeface="Arial"/>
                <a:cs typeface="Arial"/>
              </a:defRPr>
            </a:defPPr>
            <a:lvl1pPr algn="ctr">
              <a:defRPr sz="1725" b="0">
                <a:solidFill>
                  <a:srgbClr val="BCD0EB"/>
                </a:solidFill>
                <a:latin typeface="Arial"/>
                <a:ea typeface="Arial"/>
                <a:cs typeface="Arial"/>
              </a:defRPr>
            </a:lvl1pPr>
            <a:lvl2pPr algn="ctr">
              <a:defRPr sz="1725" b="0">
                <a:solidFill>
                  <a:srgbClr val="BCD0EB"/>
                </a:solidFill>
                <a:latin typeface="Arial"/>
                <a:ea typeface="Arial"/>
                <a:cs typeface="Arial"/>
              </a:defRPr>
            </a:lvl2pPr>
            <a:lvl3pPr algn="ctr">
              <a:defRPr sz="1725" b="0">
                <a:solidFill>
                  <a:srgbClr val="BCD0EB"/>
                </a:solidFill>
                <a:latin typeface="Arial"/>
                <a:ea typeface="Arial"/>
                <a:cs typeface="Arial"/>
              </a:defRPr>
            </a:lvl3pPr>
            <a:lvl4pPr algn="ctr">
              <a:defRPr sz="1725" b="0">
                <a:solidFill>
                  <a:srgbClr val="BCD0EB"/>
                </a:solidFill>
                <a:latin typeface="Arial"/>
                <a:ea typeface="Arial"/>
                <a:cs typeface="Arial"/>
              </a:defRPr>
            </a:lvl4pPr>
            <a:lvl5pPr algn="ctr">
              <a:defRPr sz="1725" b="0">
                <a:solidFill>
                  <a:srgbClr val="BCD0EB"/>
                </a:solidFill>
                <a:latin typeface="Arial"/>
                <a:ea typeface="Arial"/>
                <a:cs typeface="Arial"/>
              </a:defRPr>
            </a:lvl5pPr>
            <a:lvl6pPr algn="ctr">
              <a:defRPr sz="1725" b="0">
                <a:solidFill>
                  <a:srgbClr val="BCD0EB"/>
                </a:solidFill>
                <a:latin typeface="Arial"/>
                <a:ea typeface="Arial"/>
                <a:cs typeface="Arial"/>
              </a:defRPr>
            </a:lvl6pPr>
            <a:lvl7pPr algn="ctr">
              <a:defRPr sz="1725" b="0">
                <a:solidFill>
                  <a:srgbClr val="BCD0EB"/>
                </a:solidFill>
                <a:latin typeface="Arial"/>
                <a:ea typeface="Arial"/>
                <a:cs typeface="Arial"/>
              </a:defRPr>
            </a:lvl7pPr>
            <a:lvl8pPr algn="ctr">
              <a:defRPr sz="1725" b="0">
                <a:solidFill>
                  <a:srgbClr val="BCD0EB"/>
                </a:solidFill>
                <a:latin typeface="Arial"/>
                <a:ea typeface="Arial"/>
                <a:cs typeface="Arial"/>
              </a:defRPr>
            </a:lvl8pPr>
            <a:lvl9pPr algn="ctr">
              <a:defRPr sz="1725" b="0">
                <a:solidFill>
                  <a:srgbClr val="BCD0EB"/>
                </a:solidFill>
                <a:latin typeface="Arial"/>
                <a:ea typeface="Arial"/>
                <a:cs typeface="Arial"/>
              </a:defRPr>
            </a:lvl9pPr>
          </a:lstStyle>
          <a:p xmlns:a="http://schemas.openxmlformats.org/drawingml/2006/main">
            <a:pPr algn="ctr">
              <a:defRPr sz="1725" b="0">
                <a:solidFill>
                  <a:srgbClr val="BCD0EB"/>
                </a:solidFill>
                <a:latin typeface="Arial"/>
                <a:ea typeface="Arial"/>
                <a:cs typeface="Arial"/>
              </a:defRPr>
            </a:pPr>
            <a:r>
              <a:rPr sz="1725" b="0">
                <a:solidFill>
                  <a:srgbClr val="BCD0EB"/>
                </a:solidFill>
                <a:latin typeface="Arial"/>
                <a:ea typeface="Arial"/>
                <a:cs typeface="Arial"/>
              </a:rPr>
              <a:t>Program Studi Informatika, Fakultas Teknik</a:t>
            </a:r>
          </a:p>
          <a:p xmlns:a="http://schemas.openxmlformats.org/drawingml/2006/main">
            <a:pPr algn="ctr">
              <a:defRPr sz="1725" b="0">
                <a:solidFill>
                  <a:srgbClr val="BCD0EB"/>
                </a:solidFill>
                <a:latin typeface="Arial"/>
                <a:ea typeface="Arial"/>
                <a:cs typeface="Arial"/>
              </a:defRPr>
            </a:pPr>
            <a:r>
              <a:rPr sz="1725" b="0">
                <a:solidFill>
                  <a:srgbClr val="BCD0EB"/>
                </a:solidFill>
                <a:latin typeface="Arial"/>
                <a:ea typeface="Arial"/>
                <a:cs typeface="Arial"/>
              </a:rPr>
              <a:t>Universitas Katolik Widya Mandala Surabaya</a:t>
            </a:r>
          </a:p>
        </p:txBody>
      </p:sp>
      <p:sp>
        <p:nvSpPr>
          <p:cNvPr id="13" name="nrp-1">
            <a:extLst xmlns:a="http://schemas.openxmlformats.org/drawingml/2006/main">
              <a:ext uri="{FF2B5EF4-FFF2-40B4-BE49-F238E27FC236}">
                <a16:creationId xmlns:a16="http://schemas.microsoft.com/office/drawing/2014/main" id="{3B2B9563-13B2-4EAF-8AD9-72F4D01FCFE7}"/>
              </a:ext>
            </a:extLst>
          </p:cNvPr>
          <p:cNvSpPr>
            <a:spLocks xmlns:a="http://schemas.openxmlformats.org/drawingml/2006/main" noGrp="1"/>
          </p:cNvSpPr>
          <p:nvPr/>
        </p:nvSpPr>
        <p:spPr>
          <a:xfrm xmlns:a="http://schemas.openxmlformats.org/drawingml/2006/main">
            <a:off x="952500" y="50768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a:solidFill>
                  <a:srgbClr val="BCD0EB"/>
                </a:solidFill>
                <a:latin typeface="Arial"/>
                <a:ea typeface="Arial"/>
                <a:cs typeface="Arial"/>
              </a:defRPr>
            </a:defPPr>
            <a:lvl1pPr algn="ctr">
              <a:defRPr sz="1800">
                <a:solidFill>
                  <a:srgbClr val="BCD0EB"/>
                </a:solidFill>
                <a:latin typeface="Arial"/>
                <a:ea typeface="Arial"/>
                <a:cs typeface="Arial"/>
              </a:defRPr>
            </a:lvl1pPr>
            <a:lvl2pPr algn="ctr">
              <a:defRPr sz="1800">
                <a:solidFill>
                  <a:srgbClr val="BCD0EB"/>
                </a:solidFill>
                <a:latin typeface="Arial"/>
                <a:ea typeface="Arial"/>
                <a:cs typeface="Arial"/>
              </a:defRPr>
            </a:lvl2pPr>
            <a:lvl3pPr algn="ctr">
              <a:defRPr sz="1800">
                <a:solidFill>
                  <a:srgbClr val="BCD0EB"/>
                </a:solidFill>
                <a:latin typeface="Arial"/>
                <a:ea typeface="Arial"/>
                <a:cs typeface="Arial"/>
              </a:defRPr>
            </a:lvl3pPr>
            <a:lvl4pPr algn="ctr">
              <a:defRPr sz="1800">
                <a:solidFill>
                  <a:srgbClr val="BCD0EB"/>
                </a:solidFill>
                <a:latin typeface="Arial"/>
                <a:ea typeface="Arial"/>
                <a:cs typeface="Arial"/>
              </a:defRPr>
            </a:lvl4pPr>
            <a:lvl5pPr algn="ctr">
              <a:defRPr sz="1800">
                <a:solidFill>
                  <a:srgbClr val="BCD0EB"/>
                </a:solidFill>
                <a:latin typeface="Arial"/>
                <a:ea typeface="Arial"/>
                <a:cs typeface="Arial"/>
              </a:defRPr>
            </a:lvl5pPr>
            <a:lvl6pPr algn="ctr">
              <a:defRPr sz="1800">
                <a:solidFill>
                  <a:srgbClr val="BCD0EB"/>
                </a:solidFill>
                <a:latin typeface="Arial"/>
                <a:ea typeface="Arial"/>
                <a:cs typeface="Arial"/>
              </a:defRPr>
            </a:lvl6pPr>
            <a:lvl7pPr algn="ctr">
              <a:defRPr sz="1800">
                <a:solidFill>
                  <a:srgbClr val="BCD0EB"/>
                </a:solidFill>
                <a:latin typeface="Arial"/>
                <a:ea typeface="Arial"/>
                <a:cs typeface="Arial"/>
              </a:defRPr>
            </a:lvl7pPr>
            <a:lvl8pPr algn="ctr">
              <a:defRPr sz="1800">
                <a:solidFill>
                  <a:srgbClr val="BCD0EB"/>
                </a:solidFill>
                <a:latin typeface="Arial"/>
                <a:ea typeface="Arial"/>
                <a:cs typeface="Arial"/>
              </a:defRPr>
            </a:lvl8pPr>
            <a:lvl9pPr algn="ctr">
              <a:defRPr sz="1800">
                <a:solidFill>
                  <a:srgbClr val="BCD0EB"/>
                </a:solidFill>
                <a:latin typeface="Arial"/>
                <a:ea typeface="Arial"/>
                <a:cs typeface="Arial"/>
              </a:defRPr>
            </a:lvl9pPr>
          </a:lstStyle>
          <a:p xmlns:a="http://schemas.openxmlformats.org/drawingml/2006/main">
            <a:pPr algn="ctr">
              <a:defRPr sz="1800">
                <a:solidFill>
                  <a:srgbClr val="BCD0EB"/>
                </a:solidFill>
                <a:latin typeface="Arial"/>
                <a:ea typeface="Arial"/>
                <a:cs typeface="Arial"/>
              </a:defRPr>
            </a:pPr>
            <a:r>
              <a:rPr sz="1800">
                <a:solidFill>
                  <a:srgbClr val="BCD0EB"/>
                </a:solidFill>
                <a:latin typeface="Arial"/>
                <a:ea typeface="Arial"/>
                <a:cs typeface="Arial"/>
              </a:rPr>
              <a:t>5803024019</a:t>
            </a:r>
          </a:p>
        </p:txBody>
      </p:sp>
      <p:sp>
        <p:nvSpPr>
          <p:cNvPr id="14" name="nrp-2">
            <a:extLst xmlns:a="http://schemas.openxmlformats.org/drawingml/2006/main">
              <a:ext uri="{FF2B5EF4-FFF2-40B4-BE49-F238E27FC236}">
                <a16:creationId xmlns:a16="http://schemas.microsoft.com/office/drawing/2014/main" id="{710310B5-5F54-43EB-8D26-ACE3D7DE255F}"/>
              </a:ext>
            </a:extLst>
          </p:cNvPr>
          <p:cNvSpPr>
            <a:spLocks xmlns:a="http://schemas.openxmlformats.org/drawingml/2006/main" noGrp="1"/>
          </p:cNvSpPr>
          <p:nvPr/>
        </p:nvSpPr>
        <p:spPr>
          <a:xfrm xmlns:a="http://schemas.openxmlformats.org/drawingml/2006/main">
            <a:off x="6286500" y="50768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a:solidFill>
                  <a:srgbClr val="BCD0EB"/>
                </a:solidFill>
                <a:latin typeface="Arial"/>
                <a:ea typeface="Arial"/>
                <a:cs typeface="Arial"/>
              </a:defRPr>
            </a:defPPr>
            <a:lvl1pPr algn="ctr">
              <a:defRPr sz="1800">
                <a:solidFill>
                  <a:srgbClr val="BCD0EB"/>
                </a:solidFill>
                <a:latin typeface="Arial"/>
                <a:ea typeface="Arial"/>
                <a:cs typeface="Arial"/>
              </a:defRPr>
            </a:lvl1pPr>
            <a:lvl2pPr algn="ctr">
              <a:defRPr sz="1800">
                <a:solidFill>
                  <a:srgbClr val="BCD0EB"/>
                </a:solidFill>
                <a:latin typeface="Arial"/>
                <a:ea typeface="Arial"/>
                <a:cs typeface="Arial"/>
              </a:defRPr>
            </a:lvl2pPr>
            <a:lvl3pPr algn="ctr">
              <a:defRPr sz="1800">
                <a:solidFill>
                  <a:srgbClr val="BCD0EB"/>
                </a:solidFill>
                <a:latin typeface="Arial"/>
                <a:ea typeface="Arial"/>
                <a:cs typeface="Arial"/>
              </a:defRPr>
            </a:lvl3pPr>
            <a:lvl4pPr algn="ctr">
              <a:defRPr sz="1800">
                <a:solidFill>
                  <a:srgbClr val="BCD0EB"/>
                </a:solidFill>
                <a:latin typeface="Arial"/>
                <a:ea typeface="Arial"/>
                <a:cs typeface="Arial"/>
              </a:defRPr>
            </a:lvl4pPr>
            <a:lvl5pPr algn="ctr">
              <a:defRPr sz="1800">
                <a:solidFill>
                  <a:srgbClr val="BCD0EB"/>
                </a:solidFill>
                <a:latin typeface="Arial"/>
                <a:ea typeface="Arial"/>
                <a:cs typeface="Arial"/>
              </a:defRPr>
            </a:lvl5pPr>
            <a:lvl6pPr algn="ctr">
              <a:defRPr sz="1800">
                <a:solidFill>
                  <a:srgbClr val="BCD0EB"/>
                </a:solidFill>
                <a:latin typeface="Arial"/>
                <a:ea typeface="Arial"/>
                <a:cs typeface="Arial"/>
              </a:defRPr>
            </a:lvl6pPr>
            <a:lvl7pPr algn="ctr">
              <a:defRPr sz="1800">
                <a:solidFill>
                  <a:srgbClr val="BCD0EB"/>
                </a:solidFill>
                <a:latin typeface="Arial"/>
                <a:ea typeface="Arial"/>
                <a:cs typeface="Arial"/>
              </a:defRPr>
            </a:lvl7pPr>
            <a:lvl8pPr algn="ctr">
              <a:defRPr sz="1800">
                <a:solidFill>
                  <a:srgbClr val="BCD0EB"/>
                </a:solidFill>
                <a:latin typeface="Arial"/>
                <a:ea typeface="Arial"/>
                <a:cs typeface="Arial"/>
              </a:defRPr>
            </a:lvl8pPr>
            <a:lvl9pPr algn="ctr">
              <a:defRPr sz="1800">
                <a:solidFill>
                  <a:srgbClr val="BCD0EB"/>
                </a:solidFill>
                <a:latin typeface="Arial"/>
                <a:ea typeface="Arial"/>
                <a:cs typeface="Arial"/>
              </a:defRPr>
            </a:lvl9pPr>
          </a:lstStyle>
          <a:p xmlns:a="http://schemas.openxmlformats.org/drawingml/2006/main">
            <a:pPr algn="ctr">
              <a:defRPr sz="1800">
                <a:solidFill>
                  <a:srgbClr val="BCD0EB"/>
                </a:solidFill>
                <a:latin typeface="Arial"/>
                <a:ea typeface="Arial"/>
                <a:cs typeface="Arial"/>
              </a:defRPr>
            </a:pPr>
            <a:r>
              <a:rPr sz="1800">
                <a:solidFill>
                  <a:srgbClr val="BCD0EB"/>
                </a:solidFill>
                <a:latin typeface="Arial"/>
                <a:ea typeface="Arial"/>
                <a:cs typeface="Arial"/>
              </a:rPr>
              <a:t>5803024021</a:t>
            </a:r>
          </a:p>
        </p:txBody>
      </p:sp>
    </p:spTree>
    <p:extLst>
      <p:ext uri="{BB962C8B-B14F-4D97-AF65-F5344CB8AC3E}">
        <p14:creationId xmlns:p14="http://schemas.microsoft.com/office/powerpoint/2010/main" val="652582407"/>
      </p:ext>
    </p:extLst>
  </p:cSld>
</p:sld>
</file>

<file path=ppt/slides/slide2.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D6A84CE-74AD-455C-8C4B-A03710616CD4}"/>
              </a:ext>
            </a:extLst>
          </p:cNvPr>
          <p:cNvPicPr>
            <a:picLocks xmlns:a="http://schemas.openxmlformats.org/drawingml/2006/main" noChangeAspect="1"/>
          </p:cNvPicPr>
          <p:nvPr/>
        </p:nvPicPr>
        <p:blipFill>
          <a:blip xmlns:r="http://schemas.openxmlformats.org/officeDocument/2006/relationships" xmlns:a="http://schemas.openxmlformats.org/drawingml/2006/main" r:embed="R678563a73f6c47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8978C7CC-4401-4855-B128-FB4062FB77A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1: selisih dua respons LoG</a:t>
            </a:r>
          </a:p>
        </p:txBody>
      </p:sp>
      <p:sp>
        <p:nvSpPr>
          <p:cNvPr id="4" name="nomor-slide">
            <a:extLst xmlns:a="http://schemas.openxmlformats.org/drawingml/2006/main">
              <a:ext uri="{FF2B5EF4-FFF2-40B4-BE49-F238E27FC236}">
                <a16:creationId xmlns:a16="http://schemas.microsoft.com/office/drawing/2014/main" id="{49D2FC8A-4B05-4EDB-979E-09CD5FFAF08C}"/>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02 / 11</a:t>
            </a:r>
          </a:p>
        </p:txBody>
      </p:sp>
      <p:pic>
        <p:nvPicPr>
          <p:cNvPr id="5" name="">
            <a:extLst xmlns:a="http://schemas.openxmlformats.org/drawingml/2006/main">
              <a:ext uri="{FF2B5EF4-FFF2-40B4-BE49-F238E27FC236}">
                <a16:creationId xmlns:a16="http://schemas.microsoft.com/office/drawing/2014/main" id="{27E759D8-5BA8-4774-AF6D-F2545A527665}"/>
              </a:ext>
            </a:extLst>
          </p:cNvPr>
          <p:cNvPicPr>
            <a:picLocks xmlns:a="http://schemas.openxmlformats.org/drawingml/2006/main" noChangeAspect="1"/>
          </p:cNvPicPr>
          <p:nvPr/>
        </p:nvPicPr>
        <p:blipFill>
          <a:blip xmlns:r="http://schemas.openxmlformats.org/officeDocument/2006/relationships" xmlns:a="http://schemas.openxmlformats.org/drawingml/2006/main" r:embed="R989236f53b8e446b"/>
          <a:stretch xmlns:a="http://schemas.openxmlformats.org/drawingml/2006/main"/>
        </p:blipFill>
        <p:spPr>
          <a:xfrm xmlns:a="http://schemas.openxmlformats.org/drawingml/2006/main">
            <a:off x="611981" y="1924050"/>
            <a:ext cx="4329113" cy="2886075"/>
          </a:xfrm>
          <a:prstGeom xmlns:a="http://schemas.openxmlformats.org/drawingml/2006/main" prst="rect">
            <a:avLst/>
          </a:prstGeom>
        </p:spPr>
      </p:pic>
      <p:sp>
        <p:nvSpPr>
          <p:cNvPr id="6" name="input">
            <a:extLst xmlns:a="http://schemas.openxmlformats.org/drawingml/2006/main">
              <a:ext uri="{FF2B5EF4-FFF2-40B4-BE49-F238E27FC236}">
                <a16:creationId xmlns:a16="http://schemas.microsoft.com/office/drawing/2014/main" id="{264D17DF-14ED-4716-8095-137C9DC5EA65}"/>
              </a:ext>
            </a:extLst>
          </p:cNvPr>
          <p:cNvSpPr>
            <a:spLocks xmlns:a="http://schemas.openxmlformats.org/drawingml/2006/main" noGrp="1"/>
          </p:cNvSpPr>
          <p:nvPr/>
        </p:nvSpPr>
        <p:spPr>
          <a:xfrm xmlns:a="http://schemas.openxmlformats.org/drawingml/2006/main">
            <a:off x="609600" y="5162550"/>
            <a:ext cx="466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xmlns:a="http://schemas.openxmlformats.org/drawingml/2006/main">
            <a:pPr algn="l">
              <a:defRPr sz="2025">
                <a:solidFill>
                  <a:srgbClr val="BCD0EB"/>
                </a:solidFill>
                <a:latin typeface="Arial"/>
                <a:ea typeface="Arial"/>
                <a:cs typeface="Arial"/>
              </a:defRPr>
            </a:pPr>
            <a:r>
              <a:rPr sz="2025">
                <a:solidFill>
                  <a:srgbClr val="BCD0EB"/>
                </a:solidFill>
                <a:latin typeface="Arial"/>
                <a:ea typeface="Arial"/>
                <a:cs typeface="Arial"/>
              </a:rPr>
              <a:t>Masukan grayscale 384 × 256 px</a:t>
            </a:r>
          </a:p>
          <a:p xmlns:a="http://schemas.openxmlformats.org/drawingml/2006/main">
            <a:pPr algn="l">
              <a:defRPr sz="2025">
                <a:solidFill>
                  <a:srgbClr val="BCD0EB"/>
                </a:solidFill>
                <a:latin typeface="Arial"/>
                <a:ea typeface="Arial"/>
                <a:cs typeface="Arial"/>
              </a:defRPr>
            </a:pPr>
            <a:r>
              <a:rPr sz="2025">
                <a:solidFill>
                  <a:srgbClr val="BCD0EB"/>
                </a:solidFill>
                <a:latin typeface="Arial"/>
                <a:ea typeface="Arial"/>
                <a:cs typeface="Arial"/>
              </a:rPr>
              <a:t>float64 dalam [0, 1]</a:t>
            </a:r>
          </a:p>
        </p:txBody>
      </p:sp>
      <p:sp>
        <p:nvSpPr>
          <p:cNvPr id="7" name="rumus">
            <a:extLst xmlns:a="http://schemas.openxmlformats.org/drawingml/2006/main">
              <a:ext uri="{FF2B5EF4-FFF2-40B4-BE49-F238E27FC236}">
                <a16:creationId xmlns:a16="http://schemas.microsoft.com/office/drawing/2014/main" id="{D1FFAB6E-503D-4972-B79A-854A8DE78DF7}"/>
              </a:ext>
            </a:extLst>
          </p:cNvPr>
          <p:cNvSpPr>
            <a:spLocks xmlns:a="http://schemas.openxmlformats.org/drawingml/2006/main" noGrp="1"/>
          </p:cNvSpPr>
          <p:nvPr/>
        </p:nvSpPr>
        <p:spPr>
          <a:xfrm xmlns:a="http://schemas.openxmlformats.org/drawingml/2006/main">
            <a:off x="5657850" y="1676400"/>
            <a:ext cx="5924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5DDFFF"/>
                </a:solidFill>
                <a:latin typeface="Arial"/>
                <a:ea typeface="Arial"/>
                <a:cs typeface="Arial"/>
              </a:defRPr>
            </a:defPPr>
            <a:lvl1pPr algn="l">
              <a:defRPr sz="3300" b="1">
                <a:solidFill>
                  <a:srgbClr val="5DDFFF"/>
                </a:solidFill>
                <a:latin typeface="Arial"/>
                <a:ea typeface="Arial"/>
                <a:cs typeface="Arial"/>
              </a:defRPr>
            </a:lvl1pPr>
            <a:lvl2pPr algn="l">
              <a:defRPr sz="3300" b="1">
                <a:solidFill>
                  <a:srgbClr val="5DDFFF"/>
                </a:solidFill>
                <a:latin typeface="Arial"/>
                <a:ea typeface="Arial"/>
                <a:cs typeface="Arial"/>
              </a:defRPr>
            </a:lvl2pPr>
            <a:lvl3pPr algn="l">
              <a:defRPr sz="3300" b="1">
                <a:solidFill>
                  <a:srgbClr val="5DDFFF"/>
                </a:solidFill>
                <a:latin typeface="Arial"/>
                <a:ea typeface="Arial"/>
                <a:cs typeface="Arial"/>
              </a:defRPr>
            </a:lvl3pPr>
            <a:lvl4pPr algn="l">
              <a:defRPr sz="3300" b="1">
                <a:solidFill>
                  <a:srgbClr val="5DDFFF"/>
                </a:solidFill>
                <a:latin typeface="Arial"/>
                <a:ea typeface="Arial"/>
                <a:cs typeface="Arial"/>
              </a:defRPr>
            </a:lvl4pPr>
            <a:lvl5pPr algn="l">
              <a:defRPr sz="3300" b="1">
                <a:solidFill>
                  <a:srgbClr val="5DDFFF"/>
                </a:solidFill>
                <a:latin typeface="Arial"/>
                <a:ea typeface="Arial"/>
                <a:cs typeface="Arial"/>
              </a:defRPr>
            </a:lvl5pPr>
            <a:lvl6pPr algn="l">
              <a:defRPr sz="3300" b="1">
                <a:solidFill>
                  <a:srgbClr val="5DDFFF"/>
                </a:solidFill>
                <a:latin typeface="Arial"/>
                <a:ea typeface="Arial"/>
                <a:cs typeface="Arial"/>
              </a:defRPr>
            </a:lvl6pPr>
            <a:lvl7pPr algn="l">
              <a:defRPr sz="3300" b="1">
                <a:solidFill>
                  <a:srgbClr val="5DDFFF"/>
                </a:solidFill>
                <a:latin typeface="Arial"/>
                <a:ea typeface="Arial"/>
                <a:cs typeface="Arial"/>
              </a:defRPr>
            </a:lvl7pPr>
            <a:lvl8pPr algn="l">
              <a:defRPr sz="3300" b="1">
                <a:solidFill>
                  <a:srgbClr val="5DDFFF"/>
                </a:solidFill>
                <a:latin typeface="Arial"/>
                <a:ea typeface="Arial"/>
                <a:cs typeface="Arial"/>
              </a:defRPr>
            </a:lvl8pPr>
            <a:lvl9pPr algn="l">
              <a:defRPr sz="3300" b="1">
                <a:solidFill>
                  <a:srgbClr val="5DDFFF"/>
                </a:solidFill>
                <a:latin typeface="Arial"/>
                <a:ea typeface="Arial"/>
                <a:cs typeface="Arial"/>
              </a:defRPr>
            </a:lvl9pPr>
          </a:lstStyle>
          <a:p xmlns:a="http://schemas.openxmlformats.org/drawingml/2006/main">
            <a:pPr algn="l">
              <a:defRPr sz="3300" b="1">
                <a:solidFill>
                  <a:srgbClr val="5DDFFF"/>
                </a:solidFill>
                <a:latin typeface="Arial"/>
                <a:ea typeface="Arial"/>
                <a:cs typeface="Arial"/>
              </a:defRPr>
            </a:pPr>
            <a:r>
              <a:rPr sz="3300" b="1">
                <a:solidFill>
                  <a:srgbClr val="5DDFFF"/>
                </a:solidFill>
                <a:latin typeface="Arial"/>
                <a:ea typeface="Arial"/>
                <a:cs typeface="Arial"/>
              </a:rPr>
              <a:t>Lσ(I) = ∇²(Gσ ∗ I)</a:t>
            </a:r>
          </a:p>
        </p:txBody>
      </p:sp>
      <p:sp>
        <p:nvSpPr>
          <p:cNvPr id="8" name="langkah">
            <a:extLst xmlns:a="http://schemas.openxmlformats.org/drawingml/2006/main">
              <a:ext uri="{FF2B5EF4-FFF2-40B4-BE49-F238E27FC236}">
                <a16:creationId xmlns:a16="http://schemas.microsoft.com/office/drawing/2014/main" id="{84FEB07D-D15C-40A9-9F11-978D3411E675}"/>
              </a:ext>
            </a:extLst>
          </p:cNvPr>
          <p:cNvSpPr>
            <a:spLocks xmlns:a="http://schemas.openxmlformats.org/drawingml/2006/main" noGrp="1"/>
          </p:cNvSpPr>
          <p:nvPr/>
        </p:nvSpPr>
        <p:spPr>
          <a:xfrm xmlns:a="http://schemas.openxmlformats.org/drawingml/2006/main">
            <a:off x="5657850" y="2705100"/>
            <a:ext cx="59245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Dua filter pada citra yang sama</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σ = 0,1 dan σ = 0,2 piksel</a:t>
            </a:r>
          </a:p>
          <a:p xmlns:a="http://schemas.openxmlformats.org/drawingml/2006/main">
            <a:r>
              <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Selisih bertanda: im1 − im2</a:t>
            </a:r>
          </a:p>
        </p:txBody>
      </p:sp>
      <p:sp>
        <p:nvSpPr>
          <p:cNvPr id="9" name="kode">
            <a:extLst xmlns:a="http://schemas.openxmlformats.org/drawingml/2006/main">
              <a:ext uri="{FF2B5EF4-FFF2-40B4-BE49-F238E27FC236}">
                <a16:creationId xmlns:a16="http://schemas.microsoft.com/office/drawing/2014/main" id="{80CB27DE-58D2-4A8B-BE39-5A7A6F3E501F}"/>
              </a:ext>
            </a:extLst>
          </p:cNvPr>
          <p:cNvSpPr>
            <a:spLocks xmlns:a="http://schemas.openxmlformats.org/drawingml/2006/main" noGrp="1"/>
          </p:cNvSpPr>
          <p:nvPr/>
        </p:nvSpPr>
        <p:spPr>
          <a:xfrm xmlns:a="http://schemas.openxmlformats.org/drawingml/2006/main">
            <a:off x="5657850" y="4724400"/>
            <a:ext cx="5924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BCD0EB"/>
                </a:solidFill>
                <a:latin typeface="Consolas"/>
                <a:ea typeface="Consolas"/>
                <a:cs typeface="Consolas"/>
              </a:defRPr>
            </a:defPPr>
            <a:lvl1pPr algn="l">
              <a:defRPr sz="1800">
                <a:solidFill>
                  <a:srgbClr val="BCD0EB"/>
                </a:solidFill>
                <a:latin typeface="Consolas"/>
                <a:ea typeface="Consolas"/>
                <a:cs typeface="Consolas"/>
              </a:defRPr>
            </a:lvl1pPr>
            <a:lvl2pPr algn="l">
              <a:defRPr sz="1800">
                <a:solidFill>
                  <a:srgbClr val="BCD0EB"/>
                </a:solidFill>
                <a:latin typeface="Consolas"/>
                <a:ea typeface="Consolas"/>
                <a:cs typeface="Consolas"/>
              </a:defRPr>
            </a:lvl2pPr>
            <a:lvl3pPr algn="l">
              <a:defRPr sz="1800">
                <a:solidFill>
                  <a:srgbClr val="BCD0EB"/>
                </a:solidFill>
                <a:latin typeface="Consolas"/>
                <a:ea typeface="Consolas"/>
                <a:cs typeface="Consolas"/>
              </a:defRPr>
            </a:lvl3pPr>
            <a:lvl4pPr algn="l">
              <a:defRPr sz="1800">
                <a:solidFill>
                  <a:srgbClr val="BCD0EB"/>
                </a:solidFill>
                <a:latin typeface="Consolas"/>
                <a:ea typeface="Consolas"/>
                <a:cs typeface="Consolas"/>
              </a:defRPr>
            </a:lvl4pPr>
            <a:lvl5pPr algn="l">
              <a:defRPr sz="1800">
                <a:solidFill>
                  <a:srgbClr val="BCD0EB"/>
                </a:solidFill>
                <a:latin typeface="Consolas"/>
                <a:ea typeface="Consolas"/>
                <a:cs typeface="Consolas"/>
              </a:defRPr>
            </a:lvl5pPr>
            <a:lvl6pPr algn="l">
              <a:defRPr sz="1800">
                <a:solidFill>
                  <a:srgbClr val="BCD0EB"/>
                </a:solidFill>
                <a:latin typeface="Consolas"/>
                <a:ea typeface="Consolas"/>
                <a:cs typeface="Consolas"/>
              </a:defRPr>
            </a:lvl6pPr>
            <a:lvl7pPr algn="l">
              <a:defRPr sz="1800">
                <a:solidFill>
                  <a:srgbClr val="BCD0EB"/>
                </a:solidFill>
                <a:latin typeface="Consolas"/>
                <a:ea typeface="Consolas"/>
                <a:cs typeface="Consolas"/>
              </a:defRPr>
            </a:lvl7pPr>
            <a:lvl8pPr algn="l">
              <a:defRPr sz="1800">
                <a:solidFill>
                  <a:srgbClr val="BCD0EB"/>
                </a:solidFill>
                <a:latin typeface="Consolas"/>
                <a:ea typeface="Consolas"/>
                <a:cs typeface="Consolas"/>
              </a:defRPr>
            </a:lvl8pPr>
            <a:lvl9pPr algn="l">
              <a:defRPr sz="1800">
                <a:solidFill>
                  <a:srgbClr val="BCD0EB"/>
                </a:solidFill>
                <a:latin typeface="Consolas"/>
                <a:ea typeface="Consolas"/>
                <a:cs typeface="Consolas"/>
              </a:defRPr>
            </a:lvl9pPr>
          </a:lstStyle>
          <a:p xmlns:a="http://schemas.openxmlformats.org/drawingml/2006/main">
            <a:pPr algn="l">
              <a:defRPr sz="1800">
                <a:solidFill>
                  <a:srgbClr val="BCD0EB"/>
                </a:solidFill>
                <a:latin typeface="Consolas"/>
                <a:ea typeface="Consolas"/>
                <a:cs typeface="Consolas"/>
              </a:defRPr>
            </a:pPr>
            <a:r>
              <a:rPr sz="1800">
                <a:solidFill>
                  <a:srgbClr val="BCD0EB"/>
                </a:solidFill>
                <a:latin typeface="Consolas"/>
                <a:ea typeface="Consolas"/>
                <a:cs typeface="Consolas"/>
              </a:rPr>
              <a:t>im1 = gaussian_laplace(citra, 0.1,</a:t>
            </a:r>
          </a:p>
          <a:p xmlns:a="http://schemas.openxmlformats.org/drawingml/2006/main">
            <a:pPr algn="l">
              <a:defRPr sz="1800">
                <a:solidFill>
                  <a:srgbClr val="BCD0EB"/>
                </a:solidFill>
                <a:latin typeface="Consolas"/>
                <a:ea typeface="Consolas"/>
                <a:cs typeface="Consolas"/>
              </a:defRPr>
            </a:pPr>
            <a:r>
              <a:rPr sz="1800">
                <a:solidFill>
                  <a:srgbClr val="BCD0EB"/>
                </a:solidFill>
                <a:latin typeface="Consolas"/>
                <a:ea typeface="Consolas"/>
                <a:cs typeface="Consolas"/>
              </a:rPr>
              <a:t>                       mode='reflect')</a:t>
            </a:r>
          </a:p>
          <a:p xmlns:a="http://schemas.openxmlformats.org/drawingml/2006/main">
            <a:pPr algn="l">
              <a:defRPr sz="1800">
                <a:solidFill>
                  <a:srgbClr val="BCD0EB"/>
                </a:solidFill>
                <a:latin typeface="Consolas"/>
                <a:ea typeface="Consolas"/>
                <a:cs typeface="Consolas"/>
              </a:defRPr>
            </a:pPr>
            <a:r>
              <a:rPr sz="1800">
                <a:solidFill>
                  <a:srgbClr val="BCD0EB"/>
                </a:solidFill>
                <a:latin typeface="Consolas"/>
                <a:ea typeface="Consolas"/>
                <a:cs typeface="Consolas"/>
              </a:rPr>
              <a:t>im2 = gaussian_laplace(citra, 0.2,</a:t>
            </a:r>
          </a:p>
          <a:p xmlns:a="http://schemas.openxmlformats.org/drawingml/2006/main">
            <a:pPr algn="l">
              <a:defRPr sz="1800">
                <a:solidFill>
                  <a:srgbClr val="BCD0EB"/>
                </a:solidFill>
                <a:latin typeface="Consolas"/>
                <a:ea typeface="Consolas"/>
                <a:cs typeface="Consolas"/>
              </a:defRPr>
            </a:pPr>
            <a:r>
              <a:rPr sz="1800">
                <a:solidFill>
                  <a:srgbClr val="BCD0EB"/>
                </a:solidFill>
                <a:latin typeface="Consolas"/>
                <a:ea typeface="Consolas"/>
                <a:cs typeface="Consolas"/>
              </a:rPr>
              <a:t>                       mode='reflect')</a:t>
            </a:r>
          </a:p>
          <a:p xmlns:a="http://schemas.openxmlformats.org/drawingml/2006/main">
            <a:pPr algn="l">
              <a:defRPr sz="1800">
                <a:solidFill>
                  <a:srgbClr val="BCD0EB"/>
                </a:solidFill>
                <a:latin typeface="Consolas"/>
                <a:ea typeface="Consolas"/>
                <a:cs typeface="Consolas"/>
              </a:defRPr>
            </a:pPr>
            <a:r>
              <a:rPr sz="1800">
                <a:solidFill>
                  <a:srgbClr val="BCD0EB"/>
                </a:solidFill>
                <a:latin typeface="Consolas"/>
                <a:ea typeface="Consolas"/>
                <a:cs typeface="Consolas"/>
              </a:rPr>
              <a:t>hasil = im1 - im2</a:t>
            </a:r>
          </a:p>
        </p:txBody>
      </p:sp>
    </p:spTree>
    <p:extLst>
      <p:ext uri="{BB962C8B-B14F-4D97-AF65-F5344CB8AC3E}">
        <p14:creationId xmlns:p14="http://schemas.microsoft.com/office/powerpoint/2010/main" val="30469455"/>
      </p:ext>
    </p:extLst>
  </p:cSld>
</p:sld>
</file>

<file path=ppt/slides/slide3.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39A4185-EB42-4500-9257-F4A925565683}"/>
              </a:ext>
            </a:extLst>
          </p:cNvPr>
          <p:cNvPicPr>
            <a:picLocks xmlns:a="http://schemas.openxmlformats.org/drawingml/2006/main" noChangeAspect="1"/>
          </p:cNvPicPr>
          <p:nvPr/>
        </p:nvPicPr>
        <p:blipFill>
          <a:blip xmlns:r="http://schemas.openxmlformats.org/officeDocument/2006/relationships" xmlns:a="http://schemas.openxmlformats.org/drawingml/2006/main" r:embed="R5da9665c236e42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1788A5C7-F9B2-4F0A-87E1-DC2DE3112DE1}"/>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1: hasil LoG dan selisihnya</a:t>
            </a:r>
          </a:p>
        </p:txBody>
      </p:sp>
      <p:sp>
        <p:nvSpPr>
          <p:cNvPr id="4" name="nomor-slide">
            <a:extLst xmlns:a="http://schemas.openxmlformats.org/drawingml/2006/main">
              <a:ext uri="{FF2B5EF4-FFF2-40B4-BE49-F238E27FC236}">
                <a16:creationId xmlns:a16="http://schemas.microsoft.com/office/drawing/2014/main" id="{69447D12-B9CE-42D5-AD23-EB8F81444224}"/>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03 / 11</a:t>
            </a:r>
          </a:p>
        </p:txBody>
      </p:sp>
      <p:sp>
        <p:nvSpPr>
          <p:cNvPr id="5" name="label-respons-0">
            <a:extLst xmlns:a="http://schemas.openxmlformats.org/drawingml/2006/main">
              <a:ext uri="{FF2B5EF4-FFF2-40B4-BE49-F238E27FC236}">
                <a16:creationId xmlns:a16="http://schemas.microsoft.com/office/drawing/2014/main" id="{C2458C25-4465-4B5B-A9FB-6AE4127C8629}"/>
              </a:ext>
            </a:extLst>
          </p:cNvPr>
          <p:cNvSpPr>
            <a:spLocks xmlns:a="http://schemas.openxmlformats.org/drawingml/2006/main" noGrp="1"/>
          </p:cNvSpPr>
          <p:nvPr/>
        </p:nvSpPr>
        <p:spPr>
          <a:xfrm xmlns:a="http://schemas.openxmlformats.org/drawingml/2006/main">
            <a:off x="609600" y="150495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xmlns:a="http://schemas.openxmlformats.org/drawingml/2006/main">
            <a:pPr algn="ctr">
              <a:defRPr sz="2250" b="1">
                <a:solidFill>
                  <a:srgbClr val="5DDFFF"/>
                </a:solidFill>
                <a:latin typeface="Arial"/>
                <a:ea typeface="Arial"/>
                <a:cs typeface="Arial"/>
              </a:defRPr>
            </a:pPr>
            <a:r>
              <a:rPr sz="2250" b="1">
                <a:solidFill>
                  <a:srgbClr val="5DDFFF"/>
                </a:solidFill>
                <a:latin typeface="Arial"/>
                <a:ea typeface="Arial"/>
                <a:cs typeface="Arial"/>
              </a:rPr>
              <a:t>im1 (σ = 0,1)</a:t>
            </a:r>
          </a:p>
        </p:txBody>
      </p:sp>
      <p:pic>
        <p:nvPicPr>
          <p:cNvPr id="6" name="">
            <a:extLst xmlns:a="http://schemas.openxmlformats.org/drawingml/2006/main">
              <a:ext uri="{FF2B5EF4-FFF2-40B4-BE49-F238E27FC236}">
                <a16:creationId xmlns:a16="http://schemas.microsoft.com/office/drawing/2014/main" id="{53A12025-91DC-41A8-9D58-B354DA9BAE09}"/>
              </a:ext>
            </a:extLst>
          </p:cNvPr>
          <p:cNvPicPr>
            <a:picLocks xmlns:a="http://schemas.openxmlformats.org/drawingml/2006/main" noChangeAspect="1"/>
          </p:cNvPicPr>
          <p:nvPr/>
        </p:nvPicPr>
        <p:blipFill>
          <a:blip xmlns:r="http://schemas.openxmlformats.org/officeDocument/2006/relationships" xmlns:a="http://schemas.openxmlformats.org/drawingml/2006/main" r:embed="R241beeaf6b974102"/>
          <a:stretch xmlns:a="http://schemas.openxmlformats.org/drawingml/2006/main"/>
        </p:blipFill>
        <p:spPr>
          <a:xfrm xmlns:a="http://schemas.openxmlformats.org/drawingml/2006/main">
            <a:off x="609600" y="2011363"/>
            <a:ext cx="3352800" cy="2235200"/>
          </a:xfrm>
          <a:prstGeom xmlns:a="http://schemas.openxmlformats.org/drawingml/2006/main" prst="rect">
            <a:avLst/>
          </a:prstGeom>
        </p:spPr>
      </p:pic>
      <p:sp>
        <p:nvSpPr>
          <p:cNvPr id="7" name="label-respons-1">
            <a:extLst xmlns:a="http://schemas.openxmlformats.org/drawingml/2006/main">
              <a:ext uri="{FF2B5EF4-FFF2-40B4-BE49-F238E27FC236}">
                <a16:creationId xmlns:a16="http://schemas.microsoft.com/office/drawing/2014/main" id="{8A525641-E642-4B3B-B717-0297063FF7D4}"/>
              </a:ext>
            </a:extLst>
          </p:cNvPr>
          <p:cNvSpPr>
            <a:spLocks xmlns:a="http://schemas.openxmlformats.org/drawingml/2006/main" noGrp="1"/>
          </p:cNvSpPr>
          <p:nvPr/>
        </p:nvSpPr>
        <p:spPr>
          <a:xfrm xmlns:a="http://schemas.openxmlformats.org/drawingml/2006/main">
            <a:off x="4419600" y="150495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xmlns:a="http://schemas.openxmlformats.org/drawingml/2006/main">
            <a:pPr algn="ctr">
              <a:defRPr sz="2250" b="1">
                <a:solidFill>
                  <a:srgbClr val="5DDFFF"/>
                </a:solidFill>
                <a:latin typeface="Arial"/>
                <a:ea typeface="Arial"/>
                <a:cs typeface="Arial"/>
              </a:defRPr>
            </a:pPr>
            <a:r>
              <a:rPr sz="2250" b="1">
                <a:solidFill>
                  <a:srgbClr val="5DDFFF"/>
                </a:solidFill>
                <a:latin typeface="Arial"/>
                <a:ea typeface="Arial"/>
                <a:cs typeface="Arial"/>
              </a:rPr>
              <a:t>im2 (σ = 0,2)</a:t>
            </a:r>
          </a:p>
        </p:txBody>
      </p:sp>
      <p:pic>
        <p:nvPicPr>
          <p:cNvPr id="8" name="">
            <a:extLst xmlns:a="http://schemas.openxmlformats.org/drawingml/2006/main">
              <a:ext uri="{FF2B5EF4-FFF2-40B4-BE49-F238E27FC236}">
                <a16:creationId xmlns:a16="http://schemas.microsoft.com/office/drawing/2014/main" id="{99EA563C-9D58-4A2F-AFC9-9E5711D0F174}"/>
              </a:ext>
            </a:extLst>
          </p:cNvPr>
          <p:cNvPicPr>
            <a:picLocks xmlns:a="http://schemas.openxmlformats.org/drawingml/2006/main" noChangeAspect="1"/>
          </p:cNvPicPr>
          <p:nvPr/>
        </p:nvPicPr>
        <p:blipFill>
          <a:blip xmlns:r="http://schemas.openxmlformats.org/officeDocument/2006/relationships" xmlns:a="http://schemas.openxmlformats.org/drawingml/2006/main" r:embed="R98031f97e0e94b35"/>
          <a:stretch xmlns:a="http://schemas.openxmlformats.org/drawingml/2006/main"/>
        </p:blipFill>
        <p:spPr>
          <a:xfrm xmlns:a="http://schemas.openxmlformats.org/drawingml/2006/main">
            <a:off x="4419600" y="2011363"/>
            <a:ext cx="3352800" cy="2235200"/>
          </a:xfrm>
          <a:prstGeom xmlns:a="http://schemas.openxmlformats.org/drawingml/2006/main" prst="rect">
            <a:avLst/>
          </a:prstGeom>
        </p:spPr>
      </p:pic>
      <p:sp>
        <p:nvSpPr>
          <p:cNvPr id="9" name="label-respons-2">
            <a:extLst xmlns:a="http://schemas.openxmlformats.org/drawingml/2006/main">
              <a:ext uri="{FF2B5EF4-FFF2-40B4-BE49-F238E27FC236}">
                <a16:creationId xmlns:a16="http://schemas.microsoft.com/office/drawing/2014/main" id="{709E519F-3F2B-40F4-A4A9-99B2F2642787}"/>
              </a:ext>
            </a:extLst>
          </p:cNvPr>
          <p:cNvSpPr>
            <a:spLocks xmlns:a="http://schemas.openxmlformats.org/drawingml/2006/main" noGrp="1"/>
          </p:cNvSpPr>
          <p:nvPr/>
        </p:nvSpPr>
        <p:spPr>
          <a:xfrm xmlns:a="http://schemas.openxmlformats.org/drawingml/2006/main">
            <a:off x="8229600" y="1504950"/>
            <a:ext cx="335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xmlns:a="http://schemas.openxmlformats.org/drawingml/2006/main">
            <a:pPr algn="ctr">
              <a:defRPr sz="2250" b="1">
                <a:solidFill>
                  <a:srgbClr val="5DDFFF"/>
                </a:solidFill>
                <a:latin typeface="Arial"/>
                <a:ea typeface="Arial"/>
                <a:cs typeface="Arial"/>
              </a:defRPr>
            </a:pPr>
            <a:r>
              <a:rPr sz="2250" b="1">
                <a:solidFill>
                  <a:srgbClr val="5DDFFF"/>
                </a:solidFill>
                <a:latin typeface="Arial"/>
                <a:ea typeface="Arial"/>
                <a:cs typeface="Arial"/>
              </a:rPr>
              <a:t>hasil = im1 − im2</a:t>
            </a:r>
          </a:p>
        </p:txBody>
      </p:sp>
      <p:pic>
        <p:nvPicPr>
          <p:cNvPr id="10" name="">
            <a:extLst xmlns:a="http://schemas.openxmlformats.org/drawingml/2006/main">
              <a:ext uri="{FF2B5EF4-FFF2-40B4-BE49-F238E27FC236}">
                <a16:creationId xmlns:a16="http://schemas.microsoft.com/office/drawing/2014/main" id="{14D165A0-5C0F-4FAC-9C01-A41F181F007F}"/>
              </a:ext>
            </a:extLst>
          </p:cNvPr>
          <p:cNvPicPr>
            <a:picLocks xmlns:a="http://schemas.openxmlformats.org/drawingml/2006/main" noChangeAspect="1"/>
          </p:cNvPicPr>
          <p:nvPr/>
        </p:nvPicPr>
        <p:blipFill>
          <a:blip xmlns:r="http://schemas.openxmlformats.org/officeDocument/2006/relationships" xmlns:a="http://schemas.openxmlformats.org/drawingml/2006/main" r:embed="Rdbed417bb6f34b15"/>
          <a:stretch xmlns:a="http://schemas.openxmlformats.org/drawingml/2006/main"/>
        </p:blipFill>
        <p:spPr>
          <a:xfrm xmlns:a="http://schemas.openxmlformats.org/drawingml/2006/main">
            <a:off x="8229600" y="2011363"/>
            <a:ext cx="3352800" cy="2235200"/>
          </a:xfrm>
          <a:prstGeom xmlns:a="http://schemas.openxmlformats.org/drawingml/2006/main" prst="rect">
            <a:avLst/>
          </a:prstGeom>
        </p:spPr>
      </p:pic>
      <p:graphicFrame>
        <p:nvGraphicFramePr>
          <p:cNvPr id="11" name="">
            <a:extLst xmlns:a="http://schemas.openxmlformats.org/drawingml/2006/main">
              <a:ext uri="{FF2B5EF4-FFF2-40B4-BE49-F238E27FC236}">
                <a16:creationId xmlns:a16="http://schemas.microsoft.com/office/drawing/2014/main" id="{B4D74339-0CA6-49DA-80AC-39EBA2642D89}"/>
              </a:ext>
            </a:extLst>
          </p:cNvPr>
          <p:cNvGraphicFramePr/>
          <p:nvPr/>
        </p:nvGraphicFramePr>
        <p:xfrm>
          <a:off xmlns:a="http://schemas.openxmlformats.org/drawingml/2006/main" x="609600" y="4429125"/>
          <a:ext xmlns:a="http://schemas.openxmlformats.org/drawingml/2006/main" cx="10972800" cy="1581150"/>
        </p:xfrm>
        <a:graphic xmlns:a="http://schemas.openxmlformats.org/drawingml/2006/main">
          <a:graphicData uri="http://schemas.openxmlformats.org/drawingml/2006/table">
            <a:tbl>
              <a:tblPr/>
              <a:tblGrid>
                <a:gridCol w="3143250"/>
                <a:gridCol w="3914775"/>
                <a:gridCol w="3914775"/>
              </a:tblGrid>
              <a:tr h="395288">
                <a:tc>
                  <a:txBody>
                    <a:bodyPr lIns="76200" tIns="76200" rIns="76200" bIns="76200"/>
                    <a:lstStyle/>
                    <a:p>
                      <a:pPr algn="l"/>
                      <a:r>
                        <a:rPr sz="1875" b="1">
                          <a:solidFill>
                            <a:srgbClr val="F4F8FF"/>
                          </a:solidFill>
                          <a:latin typeface="Arial"/>
                          <a:ea typeface="Arial"/>
                          <a:cs typeface="Arial"/>
                        </a:rPr>
                        <a:t>Respons</a:t>
                      </a:r>
                    </a:p>
                  </a:txBody>
                  <a:tcPr marL="91440" marR="91440" marT="45720" marB="45720"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1875" b="1">
                          <a:solidFill>
                            <a:srgbClr val="F4F8FF"/>
                          </a:solidFill>
                          <a:latin typeface="Arial"/>
                          <a:ea typeface="Arial"/>
                          <a:cs typeface="Arial"/>
                        </a:rPr>
                        <a:t>Minimum</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1875" b="1">
                          <a:solidFill>
                            <a:srgbClr val="F4F8FF"/>
                          </a:solidFill>
                          <a:latin typeface="Arial"/>
                          <a:ea typeface="Arial"/>
                          <a:cs typeface="Arial"/>
                        </a:rPr>
                        <a:t>Maksimum</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r>
              <a:tr h="395288">
                <a:tc>
                  <a:txBody>
                    <a:bodyPr lIns="76200" tIns="76200" rIns="76200" bIns="76200"/>
                    <a:lstStyle/>
                    <a:p>
                      <a:pPr algn="l"/>
                      <a:r>
                        <a:rPr sz="1875" b="0">
                          <a:solidFill>
                            <a:srgbClr val="F4F8FF"/>
                          </a:solidFill>
                          <a:latin typeface="Arial"/>
                          <a:ea typeface="Arial"/>
                          <a:cs typeface="Arial"/>
                        </a:rPr>
                        <a:t>im1</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75" b="0">
                          <a:solidFill>
                            <a:srgbClr val="F4F8FF"/>
                          </a:solidFill>
                          <a:latin typeface="Arial"/>
                          <a:ea typeface="Arial"/>
                          <a:cs typeface="Arial"/>
                        </a:rPr>
                        <a:t>−200,00</a:t>
                      </a:r>
                    </a:p>
                  </a:txBody>
                  <a:tcPr marL="91440" marR="91440" marT="45720" marB="45720" anchor="ctr">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75" b="0">
                          <a:solidFill>
                            <a:srgbClr val="F4F8FF"/>
                          </a:solidFill>
                          <a:latin typeface="Arial"/>
                          <a:ea typeface="Arial"/>
                          <a:cs typeface="Arial"/>
                        </a:rPr>
                        <a:t>−18,04</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395288">
                <a:tc>
                  <a:txBody>
                    <a:bodyPr lIns="76200" tIns="76200" rIns="76200" bIns="76200"/>
                    <a:lstStyle/>
                    <a:p>
                      <a:pPr algn="l"/>
                      <a:r>
                        <a:rPr sz="1875" b="0">
                          <a:solidFill>
                            <a:srgbClr val="F4F8FF"/>
                          </a:solidFill>
                          <a:latin typeface="Arial"/>
                          <a:ea typeface="Arial"/>
                          <a:cs typeface="Arial"/>
                        </a:rPr>
                        <a:t>im2</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1875" b="0">
                          <a:solidFill>
                            <a:srgbClr val="F4F8FF"/>
                          </a:solidFill>
                          <a:latin typeface="Arial"/>
                          <a:ea typeface="Arial"/>
                          <a:cs typeface="Arial"/>
                        </a:rPr>
                        <a:t>−49,99</a:t>
                      </a:r>
                    </a:p>
                  </a:txBody>
                  <a:tcPr marL="91440" marR="91440" marT="45720" marB="45720" anchor="ctr">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1875" b="0">
                          <a:solidFill>
                            <a:srgbClr val="F4F8FF"/>
                          </a:solidFill>
                          <a:latin typeface="Arial"/>
                          <a:ea typeface="Arial"/>
                          <a:cs typeface="Arial"/>
                        </a:rPr>
                        <a:t>−4,51</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r h="395288">
                <a:tc>
                  <a:txBody>
                    <a:bodyPr lIns="76200" tIns="76200" rIns="76200" bIns="76200"/>
                    <a:lstStyle/>
                    <a:p>
                      <a:pPr algn="l"/>
                      <a:r>
                        <a:rPr sz="1875" b="0">
                          <a:solidFill>
                            <a:srgbClr val="F4F8FF"/>
                          </a:solidFill>
                          <a:latin typeface="Arial"/>
                          <a:ea typeface="Arial"/>
                          <a:cs typeface="Arial"/>
                        </a:rPr>
                        <a:t>hasil</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75" b="0">
                          <a:solidFill>
                            <a:srgbClr val="F4F8FF"/>
                          </a:solidFill>
                          <a:latin typeface="Arial"/>
                          <a:ea typeface="Arial"/>
                          <a:cs typeface="Arial"/>
                        </a:rPr>
                        <a:t>−150,01</a:t>
                      </a:r>
                    </a:p>
                  </a:txBody>
                  <a:tcPr marL="91440" marR="91440" marT="45720" marB="45720" anchor="ctr">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75" b="0">
                          <a:solidFill>
                            <a:srgbClr val="F4F8FF"/>
                          </a:solidFill>
                          <a:latin typeface="Arial"/>
                          <a:ea typeface="Arial"/>
                          <a:cs typeface="Arial"/>
                        </a:rPr>
                        <a:t>−13,53</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bl>
          </a:graphicData>
        </a:graphic>
      </p:graphicFrame>
      <p:sp>
        <p:nvSpPr>
          <p:cNvPr id="12" name="skala">
            <a:extLst xmlns:a="http://schemas.openxmlformats.org/drawingml/2006/main">
              <a:ext uri="{FF2B5EF4-FFF2-40B4-BE49-F238E27FC236}">
                <a16:creationId xmlns:a16="http://schemas.microsoft.com/office/drawing/2014/main" id="{28B41A7D-BFD1-4198-BB7C-FD5EBDA6F6E3}"/>
              </a:ext>
            </a:extLst>
          </p:cNvPr>
          <p:cNvSpPr>
            <a:spLocks xmlns:a="http://schemas.openxmlformats.org/drawingml/2006/main" noGrp="1"/>
          </p:cNvSpPr>
          <p:nvPr/>
        </p:nvSpPr>
        <p:spPr>
          <a:xfrm xmlns:a="http://schemas.openxmlformats.org/drawingml/2006/main">
            <a:off x="609600" y="62103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BCD0EB"/>
                </a:solidFill>
                <a:latin typeface="Arial"/>
                <a:ea typeface="Arial"/>
                <a:cs typeface="Arial"/>
              </a:defRPr>
            </a:defPPr>
            <a:lvl1pPr algn="l">
              <a:defRPr sz="1800">
                <a:solidFill>
                  <a:srgbClr val="BCD0EB"/>
                </a:solidFill>
                <a:latin typeface="Arial"/>
                <a:ea typeface="Arial"/>
                <a:cs typeface="Arial"/>
              </a:defRPr>
            </a:lvl1pPr>
            <a:lvl2pPr algn="l">
              <a:defRPr sz="1800">
                <a:solidFill>
                  <a:srgbClr val="BCD0EB"/>
                </a:solidFill>
                <a:latin typeface="Arial"/>
                <a:ea typeface="Arial"/>
                <a:cs typeface="Arial"/>
              </a:defRPr>
            </a:lvl2pPr>
            <a:lvl3pPr algn="l">
              <a:defRPr sz="1800">
                <a:solidFill>
                  <a:srgbClr val="BCD0EB"/>
                </a:solidFill>
                <a:latin typeface="Arial"/>
                <a:ea typeface="Arial"/>
                <a:cs typeface="Arial"/>
              </a:defRPr>
            </a:lvl3pPr>
            <a:lvl4pPr algn="l">
              <a:defRPr sz="1800">
                <a:solidFill>
                  <a:srgbClr val="BCD0EB"/>
                </a:solidFill>
                <a:latin typeface="Arial"/>
                <a:ea typeface="Arial"/>
                <a:cs typeface="Arial"/>
              </a:defRPr>
            </a:lvl4pPr>
            <a:lvl5pPr algn="l">
              <a:defRPr sz="1800">
                <a:solidFill>
                  <a:srgbClr val="BCD0EB"/>
                </a:solidFill>
                <a:latin typeface="Arial"/>
                <a:ea typeface="Arial"/>
                <a:cs typeface="Arial"/>
              </a:defRPr>
            </a:lvl5pPr>
            <a:lvl6pPr algn="l">
              <a:defRPr sz="1800">
                <a:solidFill>
                  <a:srgbClr val="BCD0EB"/>
                </a:solidFill>
                <a:latin typeface="Arial"/>
                <a:ea typeface="Arial"/>
                <a:cs typeface="Arial"/>
              </a:defRPr>
            </a:lvl6pPr>
            <a:lvl7pPr algn="l">
              <a:defRPr sz="1800">
                <a:solidFill>
                  <a:srgbClr val="BCD0EB"/>
                </a:solidFill>
                <a:latin typeface="Arial"/>
                <a:ea typeface="Arial"/>
                <a:cs typeface="Arial"/>
              </a:defRPr>
            </a:lvl7pPr>
            <a:lvl8pPr algn="l">
              <a:defRPr sz="1800">
                <a:solidFill>
                  <a:srgbClr val="BCD0EB"/>
                </a:solidFill>
                <a:latin typeface="Arial"/>
                <a:ea typeface="Arial"/>
                <a:cs typeface="Arial"/>
              </a:defRPr>
            </a:lvl8pPr>
            <a:lvl9pPr algn="l">
              <a:defRPr sz="1800">
                <a:solidFill>
                  <a:srgbClr val="BCD0EB"/>
                </a:solidFill>
                <a:latin typeface="Arial"/>
                <a:ea typeface="Arial"/>
                <a:cs typeface="Arial"/>
              </a:defRPr>
            </a:lvl9pPr>
          </a:lstStyle>
          <a:p xmlns:a="http://schemas.openxmlformats.org/drawingml/2006/main">
            <a:pPr algn="l">
              <a:defRPr sz="1800">
                <a:solidFill>
                  <a:srgbClr val="BCD0EB"/>
                </a:solidFill>
                <a:latin typeface="Arial"/>
                <a:ea typeface="Arial"/>
                <a:cs typeface="Arial"/>
              </a:defRPr>
            </a:pPr>
            <a:r>
              <a:rPr sz="1800">
                <a:solidFill>
                  <a:srgbClr val="BCD0EB"/>
                </a:solidFill>
                <a:latin typeface="Arial"/>
                <a:ea typeface="Arial"/>
                <a:cs typeface="Arial"/>
              </a:rPr>
              <a:t>PNG: skala bersama −200 hingga 200. Data asli bertanda disimpan ke .npy.</a:t>
            </a:r>
          </a:p>
        </p:txBody>
      </p:sp>
    </p:spTree>
    <p:extLst>
      <p:ext uri="{BB962C8B-B14F-4D97-AF65-F5344CB8AC3E}">
        <p14:creationId xmlns:p14="http://schemas.microsoft.com/office/powerpoint/2010/main" val="2055961018"/>
      </p:ext>
    </p:extLst>
  </p:cSld>
</p:sld>
</file>

<file path=ppt/slides/slide4.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6C1BC23-736B-4E83-A0AE-F7C22AFB70FF}"/>
              </a:ext>
            </a:extLst>
          </p:cNvPr>
          <p:cNvPicPr>
            <a:picLocks xmlns:a="http://schemas.openxmlformats.org/drawingml/2006/main" noChangeAspect="1"/>
          </p:cNvPicPr>
          <p:nvPr/>
        </p:nvPicPr>
        <p:blipFill>
          <a:blip xmlns:r="http://schemas.openxmlformats.org/officeDocument/2006/relationships" xmlns:a="http://schemas.openxmlformats.org/drawingml/2006/main" r:embed="Rdf609fe0aa1643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F0F47DC2-3ABA-4C2E-9659-3C649BE11587}"/>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1: bias DC pada sigma kecil</a:t>
            </a:r>
          </a:p>
        </p:txBody>
      </p:sp>
      <p:sp>
        <p:nvSpPr>
          <p:cNvPr id="4" name="nomor-slide">
            <a:extLst xmlns:a="http://schemas.openxmlformats.org/drawingml/2006/main">
              <a:ext uri="{FF2B5EF4-FFF2-40B4-BE49-F238E27FC236}">
                <a16:creationId xmlns:a16="http://schemas.microsoft.com/office/drawing/2014/main" id="{418FFC04-907E-4493-9F15-20B48B7B761D}"/>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04 / 11</a:t>
            </a:r>
          </a:p>
        </p:txBody>
      </p:sp>
      <p:sp>
        <p:nvSpPr>
          <p:cNvPr id="5" name="kernel">
            <a:extLst xmlns:a="http://schemas.openxmlformats.org/drawingml/2006/main">
              <a:ext uri="{FF2B5EF4-FFF2-40B4-BE49-F238E27FC236}">
                <a16:creationId xmlns:a16="http://schemas.microsoft.com/office/drawing/2014/main" id="{498DE34C-93D4-4B83-902E-0713C37EE263}"/>
              </a:ext>
            </a:extLst>
          </p:cNvPr>
          <p:cNvSpPr>
            <a:spLocks xmlns:a="http://schemas.openxmlformats.org/drawingml/2006/main" noGrp="1"/>
          </p:cNvSpPr>
          <p:nvPr/>
        </p:nvSpPr>
        <p:spPr>
          <a:xfrm xmlns:a="http://schemas.openxmlformats.org/drawingml/2006/main">
            <a:off x="609600" y="1714500"/>
            <a:ext cx="48577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4F8FF"/>
                </a:solidFill>
                <a:latin typeface="Arial"/>
                <a:ea typeface="Arial"/>
                <a:cs typeface="Arial"/>
              </a:defRPr>
            </a:defPPr>
            <a:lvl1pPr algn="l">
              <a:defRPr sz="2400" b="1">
                <a:solidFill>
                  <a:srgbClr val="F4F8FF"/>
                </a:solidFill>
                <a:latin typeface="Arial"/>
                <a:ea typeface="Arial"/>
                <a:cs typeface="Arial"/>
              </a:defRPr>
            </a:lvl1pPr>
            <a:lvl2pPr algn="l">
              <a:defRPr sz="2400" b="1">
                <a:solidFill>
                  <a:srgbClr val="F4F8FF"/>
                </a:solidFill>
                <a:latin typeface="Arial"/>
                <a:ea typeface="Arial"/>
                <a:cs typeface="Arial"/>
              </a:defRPr>
            </a:lvl2pPr>
            <a:lvl3pPr algn="l">
              <a:defRPr sz="2400" b="1">
                <a:solidFill>
                  <a:srgbClr val="F4F8FF"/>
                </a:solidFill>
                <a:latin typeface="Arial"/>
                <a:ea typeface="Arial"/>
                <a:cs typeface="Arial"/>
              </a:defRPr>
            </a:lvl3pPr>
            <a:lvl4pPr algn="l">
              <a:defRPr sz="2400" b="1">
                <a:solidFill>
                  <a:srgbClr val="F4F8FF"/>
                </a:solidFill>
                <a:latin typeface="Arial"/>
                <a:ea typeface="Arial"/>
                <a:cs typeface="Arial"/>
              </a:defRPr>
            </a:lvl4pPr>
            <a:lvl5pPr algn="l">
              <a:defRPr sz="2400" b="1">
                <a:solidFill>
                  <a:srgbClr val="F4F8FF"/>
                </a:solidFill>
                <a:latin typeface="Arial"/>
                <a:ea typeface="Arial"/>
                <a:cs typeface="Arial"/>
              </a:defRPr>
            </a:lvl5pPr>
            <a:lvl6pPr algn="l">
              <a:defRPr sz="2400" b="1">
                <a:solidFill>
                  <a:srgbClr val="F4F8FF"/>
                </a:solidFill>
                <a:latin typeface="Arial"/>
                <a:ea typeface="Arial"/>
                <a:cs typeface="Arial"/>
              </a:defRPr>
            </a:lvl6pPr>
            <a:lvl7pPr algn="l">
              <a:defRPr sz="2400" b="1">
                <a:solidFill>
                  <a:srgbClr val="F4F8FF"/>
                </a:solidFill>
                <a:latin typeface="Arial"/>
                <a:ea typeface="Arial"/>
                <a:cs typeface="Arial"/>
              </a:defRPr>
            </a:lvl7pPr>
            <a:lvl8pPr algn="l">
              <a:defRPr sz="2400" b="1">
                <a:solidFill>
                  <a:srgbClr val="F4F8FF"/>
                </a:solidFill>
                <a:latin typeface="Arial"/>
                <a:ea typeface="Arial"/>
                <a:cs typeface="Arial"/>
              </a:defRPr>
            </a:lvl8pPr>
            <a:lvl9pPr algn="l">
              <a:defRPr sz="2400" b="1">
                <a:solidFill>
                  <a:srgbClr val="F4F8FF"/>
                </a:solidFill>
                <a:latin typeface="Arial"/>
                <a:ea typeface="Arial"/>
                <a:cs typeface="Arial"/>
              </a:defRPr>
            </a:lvl9pPr>
          </a:lstStyle>
          <a:p xmlns:a="http://schemas.openxmlformats.org/drawingml/2006/main">
            <a:pPr algn="l">
              <a:defRPr sz="2400" b="1">
                <a:solidFill>
                  <a:srgbClr val="F4F8FF"/>
                </a:solidFill>
                <a:latin typeface="Arial"/>
                <a:ea typeface="Arial"/>
                <a:cs typeface="Arial"/>
              </a:defRPr>
            </a:pPr>
            <a:r>
              <a:rPr sz="2400" b="1">
                <a:solidFill>
                  <a:srgbClr val="F4F8FF"/>
                </a:solidFill>
                <a:latin typeface="Arial"/>
                <a:ea typeface="Arial"/>
                <a:cs typeface="Arial"/>
              </a:rPr>
              <a:t>σ = 0,1 piksel</a:t>
            </a:r>
          </a:p>
          <a:p xmlns:a="http://schemas.openxmlformats.org/drawingml/2006/main">
            <a:pPr algn="l">
              <a:defRPr sz="2400" b="1">
                <a:solidFill>
                  <a:srgbClr val="F4F8FF"/>
                </a:solidFill>
                <a:latin typeface="Arial"/>
                <a:ea typeface="Arial"/>
                <a:cs typeface="Arial"/>
              </a:defRPr>
            </a:pPr>
            <a:r>
              <a:rPr sz="2400" b="1">
                <a:solidFill>
                  <a:srgbClr val="F4F8FF"/>
                </a:solidFill>
                <a:latin typeface="Arial"/>
                <a:ea typeface="Arial"/>
                <a:cs typeface="Arial"/>
              </a:rPr>
              <a:t>Radius kernel 0</a:t>
            </a:r>
          </a:p>
        </p:txBody>
      </p:sp>
      <p:sp>
        <p:nvSpPr>
          <p:cNvPr id="6" name="bias">
            <a:extLst xmlns:a="http://schemas.openxmlformats.org/drawingml/2006/main">
              <a:ext uri="{FF2B5EF4-FFF2-40B4-BE49-F238E27FC236}">
                <a16:creationId xmlns:a16="http://schemas.microsoft.com/office/drawing/2014/main" id="{2FB868A0-3F83-4ED8-8ECF-4784C8BB6BDA}"/>
              </a:ext>
            </a:extLst>
          </p:cNvPr>
          <p:cNvSpPr>
            <a:spLocks xmlns:a="http://schemas.openxmlformats.org/drawingml/2006/main" noGrp="1"/>
          </p:cNvSpPr>
          <p:nvPr/>
        </p:nvSpPr>
        <p:spPr>
          <a:xfrm xmlns:a="http://schemas.openxmlformats.org/drawingml/2006/main">
            <a:off x="609600" y="2952750"/>
            <a:ext cx="5048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75" b="1">
                <a:solidFill>
                  <a:srgbClr val="5DDFFF"/>
                </a:solidFill>
                <a:latin typeface="Arial"/>
                <a:ea typeface="Arial"/>
                <a:cs typeface="Arial"/>
              </a:defRPr>
            </a:defPPr>
            <a:lvl1pPr algn="l">
              <a:defRPr sz="3975" b="1">
                <a:solidFill>
                  <a:srgbClr val="5DDFFF"/>
                </a:solidFill>
                <a:latin typeface="Arial"/>
                <a:ea typeface="Arial"/>
                <a:cs typeface="Arial"/>
              </a:defRPr>
            </a:lvl1pPr>
            <a:lvl2pPr algn="l">
              <a:defRPr sz="3975" b="1">
                <a:solidFill>
                  <a:srgbClr val="5DDFFF"/>
                </a:solidFill>
                <a:latin typeface="Arial"/>
                <a:ea typeface="Arial"/>
                <a:cs typeface="Arial"/>
              </a:defRPr>
            </a:lvl2pPr>
            <a:lvl3pPr algn="l">
              <a:defRPr sz="3975" b="1">
                <a:solidFill>
                  <a:srgbClr val="5DDFFF"/>
                </a:solidFill>
                <a:latin typeface="Arial"/>
                <a:ea typeface="Arial"/>
                <a:cs typeface="Arial"/>
              </a:defRPr>
            </a:lvl3pPr>
            <a:lvl4pPr algn="l">
              <a:defRPr sz="3975" b="1">
                <a:solidFill>
                  <a:srgbClr val="5DDFFF"/>
                </a:solidFill>
                <a:latin typeface="Arial"/>
                <a:ea typeface="Arial"/>
                <a:cs typeface="Arial"/>
              </a:defRPr>
            </a:lvl4pPr>
            <a:lvl5pPr algn="l">
              <a:defRPr sz="3975" b="1">
                <a:solidFill>
                  <a:srgbClr val="5DDFFF"/>
                </a:solidFill>
                <a:latin typeface="Arial"/>
                <a:ea typeface="Arial"/>
                <a:cs typeface="Arial"/>
              </a:defRPr>
            </a:lvl5pPr>
            <a:lvl6pPr algn="l">
              <a:defRPr sz="3975" b="1">
                <a:solidFill>
                  <a:srgbClr val="5DDFFF"/>
                </a:solidFill>
                <a:latin typeface="Arial"/>
                <a:ea typeface="Arial"/>
                <a:cs typeface="Arial"/>
              </a:defRPr>
            </a:lvl6pPr>
            <a:lvl7pPr algn="l">
              <a:defRPr sz="3975" b="1">
                <a:solidFill>
                  <a:srgbClr val="5DDFFF"/>
                </a:solidFill>
                <a:latin typeface="Arial"/>
                <a:ea typeface="Arial"/>
                <a:cs typeface="Arial"/>
              </a:defRPr>
            </a:lvl7pPr>
            <a:lvl8pPr algn="l">
              <a:defRPr sz="3975" b="1">
                <a:solidFill>
                  <a:srgbClr val="5DDFFF"/>
                </a:solidFill>
                <a:latin typeface="Arial"/>
                <a:ea typeface="Arial"/>
                <a:cs typeface="Arial"/>
              </a:defRPr>
            </a:lvl8pPr>
            <a:lvl9pPr algn="l">
              <a:defRPr sz="3975" b="1">
                <a:solidFill>
                  <a:srgbClr val="5DDFFF"/>
                </a:solidFill>
                <a:latin typeface="Arial"/>
                <a:ea typeface="Arial"/>
                <a:cs typeface="Arial"/>
              </a:defRPr>
            </a:lvl9pPr>
          </a:lstStyle>
          <a:p xmlns:a="http://schemas.openxmlformats.org/drawingml/2006/main">
            <a:pPr algn="l">
              <a:defRPr sz="3975" b="1">
                <a:solidFill>
                  <a:srgbClr val="5DDFFF"/>
                </a:solidFill>
                <a:latin typeface="Arial"/>
                <a:ea typeface="Arial"/>
                <a:cs typeface="Arial"/>
              </a:defRPr>
            </a:pPr>
            <a:r>
              <a:rPr sz="3975" b="1">
                <a:solidFill>
                  <a:srgbClr val="5DDFFF"/>
                </a:solidFill>
                <a:latin typeface="Arial"/>
                <a:ea typeface="Arial"/>
                <a:cs typeface="Arial"/>
              </a:rPr>
              <a:t>L₀,₁(I) ≈ −200I</a:t>
            </a:r>
          </a:p>
        </p:txBody>
      </p:sp>
      <p:sp>
        <p:nvSpPr>
          <p:cNvPr id="7" name="penjelasan">
            <a:extLst xmlns:a="http://schemas.openxmlformats.org/drawingml/2006/main">
              <a:ext uri="{FF2B5EF4-FFF2-40B4-BE49-F238E27FC236}">
                <a16:creationId xmlns:a16="http://schemas.microsoft.com/office/drawing/2014/main" id="{157A8FA8-BBAE-421E-B979-0DB31935BDE0}"/>
              </a:ext>
            </a:extLst>
          </p:cNvPr>
          <p:cNvSpPr>
            <a:spLocks xmlns:a="http://schemas.openxmlformats.org/drawingml/2006/main" noGrp="1"/>
          </p:cNvSpPr>
          <p:nvPr/>
        </p:nvSpPr>
        <p:spPr>
          <a:xfrm xmlns:a="http://schemas.openxmlformats.org/drawingml/2006/main">
            <a:off x="609600" y="4200525"/>
            <a:ext cx="50482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a:solidFill>
                  <a:srgbClr val="F4F8FF"/>
                </a:solidFill>
                <a:latin typeface="Arial"/>
                <a:ea typeface="Arial"/>
                <a:cs typeface="Arial"/>
              </a:defRPr>
            </a:defPPr>
            <a:lvl1pPr algn="l">
              <a:defRPr sz="2100">
                <a:solidFill>
                  <a:srgbClr val="F4F8FF"/>
                </a:solidFill>
                <a:latin typeface="Arial"/>
                <a:ea typeface="Arial"/>
                <a:cs typeface="Arial"/>
              </a:defRPr>
            </a:lvl1pPr>
            <a:lvl2pPr algn="l">
              <a:defRPr sz="2100">
                <a:solidFill>
                  <a:srgbClr val="F4F8FF"/>
                </a:solidFill>
                <a:latin typeface="Arial"/>
                <a:ea typeface="Arial"/>
                <a:cs typeface="Arial"/>
              </a:defRPr>
            </a:lvl2pPr>
            <a:lvl3pPr algn="l">
              <a:defRPr sz="2100">
                <a:solidFill>
                  <a:srgbClr val="F4F8FF"/>
                </a:solidFill>
                <a:latin typeface="Arial"/>
                <a:ea typeface="Arial"/>
                <a:cs typeface="Arial"/>
              </a:defRPr>
            </a:lvl3pPr>
            <a:lvl4pPr algn="l">
              <a:defRPr sz="2100">
                <a:solidFill>
                  <a:srgbClr val="F4F8FF"/>
                </a:solidFill>
                <a:latin typeface="Arial"/>
                <a:ea typeface="Arial"/>
                <a:cs typeface="Arial"/>
              </a:defRPr>
            </a:lvl4pPr>
            <a:lvl5pPr algn="l">
              <a:defRPr sz="2100">
                <a:solidFill>
                  <a:srgbClr val="F4F8FF"/>
                </a:solidFill>
                <a:latin typeface="Arial"/>
                <a:ea typeface="Arial"/>
                <a:cs typeface="Arial"/>
              </a:defRPr>
            </a:lvl5pPr>
            <a:lvl6pPr algn="l">
              <a:defRPr sz="2100">
                <a:solidFill>
                  <a:srgbClr val="F4F8FF"/>
                </a:solidFill>
                <a:latin typeface="Arial"/>
                <a:ea typeface="Arial"/>
                <a:cs typeface="Arial"/>
              </a:defRPr>
            </a:lvl6pPr>
            <a:lvl7pPr algn="l">
              <a:defRPr sz="2100">
                <a:solidFill>
                  <a:srgbClr val="F4F8FF"/>
                </a:solidFill>
                <a:latin typeface="Arial"/>
                <a:ea typeface="Arial"/>
                <a:cs typeface="Arial"/>
              </a:defRPr>
            </a:lvl7pPr>
            <a:lvl8pPr algn="l">
              <a:defRPr sz="2100">
                <a:solidFill>
                  <a:srgbClr val="F4F8FF"/>
                </a:solidFill>
                <a:latin typeface="Arial"/>
                <a:ea typeface="Arial"/>
                <a:cs typeface="Arial"/>
              </a:defRPr>
            </a:lvl8pPr>
            <a:lvl9pPr algn="l">
              <a:defRPr sz="2100">
                <a:solidFill>
                  <a:srgbClr val="F4F8FF"/>
                </a:solidFill>
                <a:latin typeface="Arial"/>
                <a:ea typeface="Arial"/>
                <a:cs typeface="Arial"/>
              </a:defRPr>
            </a:lvl9pPr>
          </a:lstStyle>
          <a:p xmlns:a="http://schemas.openxmlformats.org/drawingml/2006/main">
            <a:pPr algn="l">
              <a:defRPr sz="2100">
                <a:solidFill>
                  <a:srgbClr val="F4F8FF"/>
                </a:solidFill>
                <a:latin typeface="Arial"/>
                <a:ea typeface="Arial"/>
                <a:cs typeface="Arial"/>
              </a:defRPr>
            </a:pPr>
            <a:r>
              <a:rPr sz="2100">
                <a:solidFill>
                  <a:srgbClr val="F4F8FF"/>
                </a:solidFill>
                <a:latin typeface="Arial"/>
                <a:ea typeface="Arial"/>
                <a:cs typeface="Arial"/>
              </a:rPr>
              <a:t>LoG kontinu ideal memberi nol</a:t>
            </a:r>
          </a:p>
          <a:p xmlns:a="http://schemas.openxmlformats.org/drawingml/2006/main">
            <a:pPr algn="l">
              <a:defRPr sz="2100">
                <a:solidFill>
                  <a:srgbClr val="F4F8FF"/>
                </a:solidFill>
                <a:latin typeface="Arial"/>
                <a:ea typeface="Arial"/>
                <a:cs typeface="Arial"/>
              </a:defRPr>
            </a:pPr>
            <a:r>
              <a:rPr sz="2100">
                <a:solidFill>
                  <a:srgbClr val="F4F8FF"/>
                </a:solidFill>
                <a:latin typeface="Arial"/>
                <a:ea typeface="Arial"/>
                <a:cs typeface="Arial"/>
              </a:rPr>
              <a:t>pada citra konstan.</a:t>
            </a:r>
          </a:p>
          <a:p xmlns:a="http://schemas.openxmlformats.org/drawingml/2006/main">
            <a:r>
              <a:t/>
            </a:r>
          </a:p>
          <a:p xmlns:a="http://schemas.openxmlformats.org/drawingml/2006/main">
            <a:pPr algn="l">
              <a:defRPr sz="2100">
                <a:solidFill>
                  <a:srgbClr val="F4F8FF"/>
                </a:solidFill>
                <a:latin typeface="Arial"/>
                <a:ea typeface="Arial"/>
                <a:cs typeface="Arial"/>
              </a:defRPr>
            </a:pPr>
            <a:r>
              <a:rPr sz="2100">
                <a:solidFill>
                  <a:srgbClr val="F4F8FF"/>
                </a:solidFill>
                <a:latin typeface="Arial"/>
                <a:ea typeface="Arial"/>
                <a:cs typeface="Arial"/>
              </a:rPr>
              <a:t>Sampling diskret pada sigma</a:t>
            </a:r>
          </a:p>
          <a:p xmlns:a="http://schemas.openxmlformats.org/drawingml/2006/main">
            <a:pPr algn="l">
              <a:defRPr sz="2100">
                <a:solidFill>
                  <a:srgbClr val="F4F8FF"/>
                </a:solidFill>
                <a:latin typeface="Arial"/>
                <a:ea typeface="Arial"/>
                <a:cs typeface="Arial"/>
              </a:defRPr>
            </a:pPr>
            <a:r>
              <a:rPr sz="2100">
                <a:solidFill>
                  <a:srgbClr val="F4F8FF"/>
                </a:solidFill>
                <a:latin typeface="Arial"/>
                <a:ea typeface="Arial"/>
                <a:cs typeface="Arial"/>
              </a:rPr>
              <a:t>kecil memberi bias DC.</a:t>
            </a:r>
          </a:p>
        </p:txBody>
      </p:sp>
      <p:graphicFrame>
        <p:nvGraphicFramePr>
          <p:cNvPr id="8" name="">
            <a:extLst xmlns:a="http://schemas.openxmlformats.org/drawingml/2006/main">
              <a:ext uri="{FF2B5EF4-FFF2-40B4-BE49-F238E27FC236}">
                <a16:creationId xmlns:a16="http://schemas.microsoft.com/office/drawing/2014/main" id="{14885EA6-F763-43B2-96D3-95F616F05E3E}"/>
              </a:ext>
            </a:extLst>
          </p:cNvPr>
          <p:cNvGraphicFramePr/>
          <p:nvPr/>
        </p:nvGraphicFramePr>
        <p:xfrm>
          <a:off xmlns:a="http://schemas.openxmlformats.org/drawingml/2006/main" x="6124575" y="1943100"/>
          <a:ext xmlns:a="http://schemas.openxmlformats.org/drawingml/2006/main" cx="5457825" cy="2571750"/>
        </p:xfrm>
        <a:graphic xmlns:a="http://schemas.openxmlformats.org/drawingml/2006/main">
          <a:graphicData uri="http://schemas.openxmlformats.org/drawingml/2006/table">
            <a:tbl>
              <a:tblPr/>
              <a:tblGrid>
                <a:gridCol w="2000250"/>
                <a:gridCol w="3457575"/>
              </a:tblGrid>
              <a:tr h="642938">
                <a:tc>
                  <a:txBody>
                    <a:bodyPr lIns="76200" tIns="76200" rIns="76200" bIns="76200"/>
                    <a:lstStyle/>
                    <a:p>
                      <a:pPr algn="l"/>
                      <a:r>
                        <a:rPr sz="2025" b="1">
                          <a:solidFill>
                            <a:srgbClr val="F4F8FF"/>
                          </a:solidFill>
                          <a:latin typeface="Arial"/>
                          <a:ea typeface="Arial"/>
                          <a:cs typeface="Arial"/>
                        </a:rPr>
                        <a:t>Respons</a:t>
                      </a:r>
                    </a:p>
                  </a:txBody>
                  <a:tcPr marL="91440" marR="91440" marT="45720" marB="45720"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2025" b="1">
                          <a:solidFill>
                            <a:srgbClr val="F4F8FF"/>
                          </a:solidFill>
                          <a:latin typeface="Arial"/>
                          <a:ea typeface="Arial"/>
                          <a:cs typeface="Arial"/>
                        </a:rPr>
                        <a:t>Masukan konstan 0,4</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r>
              <a:tr h="642938">
                <a:tc>
                  <a:txBody>
                    <a:bodyPr lIns="76200" tIns="76200" rIns="76200" bIns="76200"/>
                    <a:lstStyle/>
                    <a:p>
                      <a:pPr algn="l"/>
                      <a:r>
                        <a:rPr sz="2025" b="0">
                          <a:solidFill>
                            <a:srgbClr val="F4F8FF"/>
                          </a:solidFill>
                          <a:latin typeface="Arial"/>
                          <a:ea typeface="Arial"/>
                          <a:cs typeface="Arial"/>
                        </a:rPr>
                        <a:t>im1</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025" b="0">
                          <a:solidFill>
                            <a:srgbClr val="F4F8FF"/>
                          </a:solidFill>
                          <a:latin typeface="Arial"/>
                          <a:ea typeface="Arial"/>
                          <a:cs typeface="Arial"/>
                        </a:rPr>
                        <a:t>−80,0000</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642938">
                <a:tc>
                  <a:txBody>
                    <a:bodyPr lIns="76200" tIns="76200" rIns="76200" bIns="76200"/>
                    <a:lstStyle/>
                    <a:p>
                      <a:pPr algn="l"/>
                      <a:r>
                        <a:rPr sz="2025" b="0">
                          <a:solidFill>
                            <a:srgbClr val="F4F8FF"/>
                          </a:solidFill>
                          <a:latin typeface="Arial"/>
                          <a:ea typeface="Arial"/>
                          <a:cs typeface="Arial"/>
                        </a:rPr>
                        <a:t>im2</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2025" b="0">
                          <a:solidFill>
                            <a:srgbClr val="F4F8FF"/>
                          </a:solidFill>
                          <a:latin typeface="Arial"/>
                          <a:ea typeface="Arial"/>
                          <a:cs typeface="Arial"/>
                        </a:rPr>
                        <a:t>−19,9963</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r h="642938">
                <a:tc>
                  <a:txBody>
                    <a:bodyPr lIns="76200" tIns="76200" rIns="76200" bIns="76200"/>
                    <a:lstStyle/>
                    <a:p>
                      <a:pPr algn="l"/>
                      <a:r>
                        <a:rPr sz="2025" b="0">
                          <a:solidFill>
                            <a:srgbClr val="F4F8FF"/>
                          </a:solidFill>
                          <a:latin typeface="Arial"/>
                          <a:ea typeface="Arial"/>
                          <a:cs typeface="Arial"/>
                        </a:rPr>
                        <a:t>selisih</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025" b="0">
                          <a:solidFill>
                            <a:srgbClr val="F4F8FF"/>
                          </a:solidFill>
                          <a:latin typeface="Arial"/>
                          <a:ea typeface="Arial"/>
                          <a:cs typeface="Arial"/>
                        </a:rPr>
                        <a:t>−60,0037</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bl>
          </a:graphicData>
        </a:graphic>
      </p:graphicFrame>
      <p:sp>
        <p:nvSpPr>
          <p:cNvPr id="9" name="parameter">
            <a:extLst xmlns:a="http://schemas.openxmlformats.org/drawingml/2006/main">
              <a:ext uri="{FF2B5EF4-FFF2-40B4-BE49-F238E27FC236}">
                <a16:creationId xmlns:a16="http://schemas.microsoft.com/office/drawing/2014/main" id="{B32101B4-3B90-4306-9BA3-194F9B365D2E}"/>
              </a:ext>
            </a:extLst>
          </p:cNvPr>
          <p:cNvSpPr>
            <a:spLocks xmlns:a="http://schemas.openxmlformats.org/drawingml/2006/main" noGrp="1"/>
          </p:cNvSpPr>
          <p:nvPr/>
        </p:nvSpPr>
        <p:spPr>
          <a:xfrm xmlns:a="http://schemas.openxmlformats.org/drawingml/2006/main">
            <a:off x="6276975" y="501967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5DDFFF"/>
                </a:solidFill>
                <a:latin typeface="Arial"/>
                <a:ea typeface="Arial"/>
                <a:cs typeface="Arial"/>
              </a:defRPr>
            </a:defPPr>
            <a:lvl1pPr algn="l">
              <a:defRPr sz="2250" b="1">
                <a:solidFill>
                  <a:srgbClr val="5DDFFF"/>
                </a:solidFill>
                <a:latin typeface="Arial"/>
                <a:ea typeface="Arial"/>
                <a:cs typeface="Arial"/>
              </a:defRPr>
            </a:lvl1pPr>
            <a:lvl2pPr algn="l">
              <a:defRPr sz="2250" b="1">
                <a:solidFill>
                  <a:srgbClr val="5DDFFF"/>
                </a:solidFill>
                <a:latin typeface="Arial"/>
                <a:ea typeface="Arial"/>
                <a:cs typeface="Arial"/>
              </a:defRPr>
            </a:lvl2pPr>
            <a:lvl3pPr algn="l">
              <a:defRPr sz="2250" b="1">
                <a:solidFill>
                  <a:srgbClr val="5DDFFF"/>
                </a:solidFill>
                <a:latin typeface="Arial"/>
                <a:ea typeface="Arial"/>
                <a:cs typeface="Arial"/>
              </a:defRPr>
            </a:lvl3pPr>
            <a:lvl4pPr algn="l">
              <a:defRPr sz="2250" b="1">
                <a:solidFill>
                  <a:srgbClr val="5DDFFF"/>
                </a:solidFill>
                <a:latin typeface="Arial"/>
                <a:ea typeface="Arial"/>
                <a:cs typeface="Arial"/>
              </a:defRPr>
            </a:lvl4pPr>
            <a:lvl5pPr algn="l">
              <a:defRPr sz="2250" b="1">
                <a:solidFill>
                  <a:srgbClr val="5DDFFF"/>
                </a:solidFill>
                <a:latin typeface="Arial"/>
                <a:ea typeface="Arial"/>
                <a:cs typeface="Arial"/>
              </a:defRPr>
            </a:lvl5pPr>
            <a:lvl6pPr algn="l">
              <a:defRPr sz="2250" b="1">
                <a:solidFill>
                  <a:srgbClr val="5DDFFF"/>
                </a:solidFill>
                <a:latin typeface="Arial"/>
                <a:ea typeface="Arial"/>
                <a:cs typeface="Arial"/>
              </a:defRPr>
            </a:lvl6pPr>
            <a:lvl7pPr algn="l">
              <a:defRPr sz="2250" b="1">
                <a:solidFill>
                  <a:srgbClr val="5DDFFF"/>
                </a:solidFill>
                <a:latin typeface="Arial"/>
                <a:ea typeface="Arial"/>
                <a:cs typeface="Arial"/>
              </a:defRPr>
            </a:lvl7pPr>
            <a:lvl8pPr algn="l">
              <a:defRPr sz="2250" b="1">
                <a:solidFill>
                  <a:srgbClr val="5DDFFF"/>
                </a:solidFill>
                <a:latin typeface="Arial"/>
                <a:ea typeface="Arial"/>
                <a:cs typeface="Arial"/>
              </a:defRPr>
            </a:lvl8pPr>
            <a:lvl9pPr algn="l">
              <a:defRPr sz="2250" b="1">
                <a:solidFill>
                  <a:srgbClr val="5DDFFF"/>
                </a:solidFill>
                <a:latin typeface="Arial"/>
                <a:ea typeface="Arial"/>
                <a:cs typeface="Arial"/>
              </a:defRPr>
            </a:lvl9pPr>
          </a:lstStyle>
          <a:p xmlns:a="http://schemas.openxmlformats.org/drawingml/2006/main">
            <a:pPr algn="l">
              <a:defRPr sz="2250" b="1">
                <a:solidFill>
                  <a:srgbClr val="5DDFFF"/>
                </a:solidFill>
                <a:latin typeface="Arial"/>
                <a:ea typeface="Arial"/>
                <a:cs typeface="Arial"/>
              </a:defRPr>
            </a:pPr>
            <a:r>
              <a:rPr sz="2250" b="1">
                <a:solidFill>
                  <a:srgbClr val="5DDFFF"/>
                </a:solidFill>
                <a:latin typeface="Arial"/>
                <a:ea typeface="Arial"/>
                <a:cs typeface="Arial"/>
              </a:rPr>
              <a:t>Sigma tetap mengikuti soal.</a:t>
            </a:r>
          </a:p>
          <a:p xmlns:a="http://schemas.openxmlformats.org/drawingml/2006/main">
            <a:pPr algn="l">
              <a:defRPr sz="2250" b="1">
                <a:solidFill>
                  <a:srgbClr val="5DDFFF"/>
                </a:solidFill>
                <a:latin typeface="Arial"/>
                <a:ea typeface="Arial"/>
                <a:cs typeface="Arial"/>
              </a:defRPr>
            </a:pPr>
            <a:r>
              <a:rPr sz="2250" b="1">
                <a:solidFill>
                  <a:srgbClr val="5DDFFF"/>
                </a:solidFill>
                <a:latin typeface="Arial"/>
                <a:ea typeface="Arial"/>
                <a:cs typeface="Arial"/>
              </a:rPr>
              <a:t>3 pengujian LoG lulus.</a:t>
            </a:r>
          </a:p>
        </p:txBody>
      </p:sp>
    </p:spTree>
    <p:extLst>
      <p:ext uri="{BB962C8B-B14F-4D97-AF65-F5344CB8AC3E}">
        <p14:creationId xmlns:p14="http://schemas.microsoft.com/office/powerpoint/2010/main" val="81236735"/>
      </p:ext>
    </p:extLst>
  </p:cSld>
</p:sld>
</file>

<file path=ppt/slides/slide5.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E570CC6-CC74-4CB8-B7AF-E3EAB3C2D65F}"/>
              </a:ext>
            </a:extLst>
          </p:cNvPr>
          <p:cNvPicPr>
            <a:picLocks xmlns:a="http://schemas.openxmlformats.org/drawingml/2006/main" noChangeAspect="1"/>
          </p:cNvPicPr>
          <p:nvPr/>
        </p:nvPicPr>
        <p:blipFill>
          <a:blip xmlns:r="http://schemas.openxmlformats.org/officeDocument/2006/relationships" xmlns:a="http://schemas.openxmlformats.org/drawingml/2006/main" r:embed="R203f1626fee14f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09358378"/>
      </p:ext>
    </p:extLst>
  </p:cSld>
</p:sld>
</file>

<file path=ppt/slides/slide6.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B3F4614-2C2F-4645-842B-05226B6B8D19}"/>
              </a:ext>
            </a:extLst>
          </p:cNvPr>
          <p:cNvPicPr>
            <a:picLocks xmlns:a="http://schemas.openxmlformats.org/drawingml/2006/main" noChangeAspect="1"/>
          </p:cNvPicPr>
          <p:nvPr/>
        </p:nvPicPr>
        <p:blipFill>
          <a:blip xmlns:r="http://schemas.openxmlformats.org/officeDocument/2006/relationships" xmlns:a="http://schemas.openxmlformats.org/drawingml/2006/main" r:embed="Ra38e51a5ac7146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47159081"/>
      </p:ext>
    </p:extLst>
  </p:cSld>
</p:sld>
</file>

<file path=ppt/slides/slide7.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FBA0CEB-5E32-4CB4-B7DE-52A7CE37A91F}"/>
              </a:ext>
            </a:extLst>
          </p:cNvPr>
          <p:cNvPicPr>
            <a:picLocks xmlns:a="http://schemas.openxmlformats.org/drawingml/2006/main" noChangeAspect="1"/>
          </p:cNvPicPr>
          <p:nvPr/>
        </p:nvPicPr>
        <p:blipFill>
          <a:blip xmlns:r="http://schemas.openxmlformats.org/officeDocument/2006/relationships" xmlns:a="http://schemas.openxmlformats.org/drawingml/2006/main" r:embed="R8d79415a960346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45453030"/>
      </p:ext>
    </p:extLst>
  </p:cSld>
</p:sld>
</file>

<file path=ppt/slides/slide8.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DD986DA-F81D-4856-9B24-A800802CED4D}"/>
              </a:ext>
            </a:extLst>
          </p:cNvPr>
          <p:cNvPicPr>
            <a:picLocks xmlns:a="http://schemas.openxmlformats.org/drawingml/2006/main" noChangeAspect="1"/>
          </p:cNvPicPr>
          <p:nvPr/>
        </p:nvPicPr>
        <p:blipFill>
          <a:blip xmlns:r="http://schemas.openxmlformats.org/officeDocument/2006/relationships" xmlns:a="http://schemas.openxmlformats.org/drawingml/2006/main" r:embed="R9918eec1526043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18EC42C6-500D-49B7-A771-79051D274BC8}"/>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3: segmentasi setiap koin</a:t>
            </a:r>
          </a:p>
        </p:txBody>
      </p:sp>
      <p:sp>
        <p:nvSpPr>
          <p:cNvPr id="4" name="nomor-slide">
            <a:extLst xmlns:a="http://schemas.openxmlformats.org/drawingml/2006/main">
              <a:ext uri="{FF2B5EF4-FFF2-40B4-BE49-F238E27FC236}">
                <a16:creationId xmlns:a16="http://schemas.microsoft.com/office/drawing/2014/main" id="{9E809D18-5F8D-4212-951C-256E38DF075D}"/>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08 / 11</a:t>
            </a:r>
          </a:p>
        </p:txBody>
      </p:sp>
      <p:sp>
        <p:nvSpPr>
          <p:cNvPr id="5" name="tahap-1">
            <a:extLst xmlns:a="http://schemas.openxmlformats.org/drawingml/2006/main">
              <a:ext uri="{FF2B5EF4-FFF2-40B4-BE49-F238E27FC236}">
                <a16:creationId xmlns:a16="http://schemas.microsoft.com/office/drawing/2014/main" id="{2D9BEA52-A832-4822-9962-FC2EDA48B1E3}"/>
              </a:ext>
            </a:extLst>
          </p:cNvPr>
          <p:cNvSpPr>
            <a:spLocks xmlns:a="http://schemas.openxmlformats.org/drawingml/2006/main" noGrp="1"/>
          </p:cNvSpPr>
          <p:nvPr/>
        </p:nvSpPr>
        <p:spPr>
          <a:xfrm xmlns:a="http://schemas.openxmlformats.org/drawingml/2006/main">
            <a:off x="609600" y="1828800"/>
            <a:ext cx="647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xmlns:a="http://schemas.openxmlformats.org/drawingml/2006/main">
            <a:pPr algn="l">
              <a:defRPr sz="2550" b="1">
                <a:solidFill>
                  <a:srgbClr val="5DDFFF"/>
                </a:solidFill>
                <a:latin typeface="Arial"/>
                <a:ea typeface="Arial"/>
                <a:cs typeface="Arial"/>
              </a:defRPr>
            </a:pPr>
            <a:r>
              <a:rPr sz="2550" b="1">
                <a:solidFill>
                  <a:srgbClr val="5DDFFF"/>
                </a:solidFill>
                <a:latin typeface="Arial"/>
                <a:ea typeface="Arial"/>
                <a:cs typeface="Arial"/>
              </a:rPr>
              <a:t>01</a:t>
            </a:r>
          </a:p>
        </p:txBody>
      </p:sp>
      <p:sp>
        <p:nvSpPr>
          <p:cNvPr id="6" name="segmentasi-1">
            <a:extLst xmlns:a="http://schemas.openxmlformats.org/drawingml/2006/main">
              <a:ext uri="{FF2B5EF4-FFF2-40B4-BE49-F238E27FC236}">
                <a16:creationId xmlns:a16="http://schemas.microsoft.com/office/drawing/2014/main" id="{F514957F-460D-4507-9F09-6DEFF0AF4364}"/>
              </a:ext>
            </a:extLst>
          </p:cNvPr>
          <p:cNvSpPr>
            <a:spLocks xmlns:a="http://schemas.openxmlformats.org/drawingml/2006/main" noGrp="1"/>
          </p:cNvSpPr>
          <p:nvPr/>
        </p:nvSpPr>
        <p:spPr>
          <a:xfrm xmlns:a="http://schemas.openxmlformats.org/drawingml/2006/main">
            <a:off x="1390650" y="1857375"/>
            <a:ext cx="3209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Otsu dan polaritas</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bingkai</a:t>
            </a:r>
          </a:p>
        </p:txBody>
      </p:sp>
      <p:sp>
        <p:nvSpPr>
          <p:cNvPr id="7" name="tahap-2">
            <a:extLst xmlns:a="http://schemas.openxmlformats.org/drawingml/2006/main">
              <a:ext uri="{FF2B5EF4-FFF2-40B4-BE49-F238E27FC236}">
                <a16:creationId xmlns:a16="http://schemas.microsoft.com/office/drawing/2014/main" id="{5490523C-46D5-4B49-9566-1D3D45CBC16D}"/>
              </a:ext>
            </a:extLst>
          </p:cNvPr>
          <p:cNvSpPr>
            <a:spLocks xmlns:a="http://schemas.openxmlformats.org/drawingml/2006/main" noGrp="1"/>
          </p:cNvSpPr>
          <p:nvPr/>
        </p:nvSpPr>
        <p:spPr>
          <a:xfrm xmlns:a="http://schemas.openxmlformats.org/drawingml/2006/main">
            <a:off x="609600" y="3028950"/>
            <a:ext cx="647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xmlns:a="http://schemas.openxmlformats.org/drawingml/2006/main">
            <a:pPr algn="l">
              <a:defRPr sz="2550" b="1">
                <a:solidFill>
                  <a:srgbClr val="5DDFFF"/>
                </a:solidFill>
                <a:latin typeface="Arial"/>
                <a:ea typeface="Arial"/>
                <a:cs typeface="Arial"/>
              </a:defRPr>
            </a:pPr>
            <a:r>
              <a:rPr sz="2550" b="1">
                <a:solidFill>
                  <a:srgbClr val="5DDFFF"/>
                </a:solidFill>
                <a:latin typeface="Arial"/>
                <a:ea typeface="Arial"/>
                <a:cs typeface="Arial"/>
              </a:rPr>
              <a:t>02</a:t>
            </a:r>
          </a:p>
        </p:txBody>
      </p:sp>
      <p:sp>
        <p:nvSpPr>
          <p:cNvPr id="8" name="segmentasi-2">
            <a:extLst xmlns:a="http://schemas.openxmlformats.org/drawingml/2006/main">
              <a:ext uri="{FF2B5EF4-FFF2-40B4-BE49-F238E27FC236}">
                <a16:creationId xmlns:a16="http://schemas.microsoft.com/office/drawing/2014/main" id="{7A586A1F-F347-4048-A66E-B91FFB694AA9}"/>
              </a:ext>
            </a:extLst>
          </p:cNvPr>
          <p:cNvSpPr>
            <a:spLocks xmlns:a="http://schemas.openxmlformats.org/drawingml/2006/main" noGrp="1"/>
          </p:cNvSpPr>
          <p:nvPr/>
        </p:nvSpPr>
        <p:spPr>
          <a:xfrm xmlns:a="http://schemas.openxmlformats.org/drawingml/2006/main">
            <a:off x="1390650" y="3057525"/>
            <a:ext cx="3209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Isi lubang, saring luas</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kurang dari 50 px²</a:t>
            </a:r>
          </a:p>
        </p:txBody>
      </p:sp>
      <p:sp>
        <p:nvSpPr>
          <p:cNvPr id="9" name="tahap-3">
            <a:extLst xmlns:a="http://schemas.openxmlformats.org/drawingml/2006/main">
              <a:ext uri="{FF2B5EF4-FFF2-40B4-BE49-F238E27FC236}">
                <a16:creationId xmlns:a16="http://schemas.microsoft.com/office/drawing/2014/main" id="{599B7947-88E3-44DB-B054-BD6DCAC2991A}"/>
              </a:ext>
            </a:extLst>
          </p:cNvPr>
          <p:cNvSpPr>
            <a:spLocks xmlns:a="http://schemas.openxmlformats.org/drawingml/2006/main" noGrp="1"/>
          </p:cNvSpPr>
          <p:nvPr/>
        </p:nvSpPr>
        <p:spPr>
          <a:xfrm xmlns:a="http://schemas.openxmlformats.org/drawingml/2006/main">
            <a:off x="609600" y="4295775"/>
            <a:ext cx="6477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5DDFFF"/>
                </a:solidFill>
                <a:latin typeface="Arial"/>
                <a:ea typeface="Arial"/>
                <a:cs typeface="Arial"/>
              </a:defRPr>
            </a:defPPr>
            <a:lvl1pPr algn="l">
              <a:defRPr sz="2550" b="1">
                <a:solidFill>
                  <a:srgbClr val="5DDFFF"/>
                </a:solidFill>
                <a:latin typeface="Arial"/>
                <a:ea typeface="Arial"/>
                <a:cs typeface="Arial"/>
              </a:defRPr>
            </a:lvl1pPr>
            <a:lvl2pPr algn="l">
              <a:defRPr sz="2550" b="1">
                <a:solidFill>
                  <a:srgbClr val="5DDFFF"/>
                </a:solidFill>
                <a:latin typeface="Arial"/>
                <a:ea typeface="Arial"/>
                <a:cs typeface="Arial"/>
              </a:defRPr>
            </a:lvl2pPr>
            <a:lvl3pPr algn="l">
              <a:defRPr sz="2550" b="1">
                <a:solidFill>
                  <a:srgbClr val="5DDFFF"/>
                </a:solidFill>
                <a:latin typeface="Arial"/>
                <a:ea typeface="Arial"/>
                <a:cs typeface="Arial"/>
              </a:defRPr>
            </a:lvl3pPr>
            <a:lvl4pPr algn="l">
              <a:defRPr sz="2550" b="1">
                <a:solidFill>
                  <a:srgbClr val="5DDFFF"/>
                </a:solidFill>
                <a:latin typeface="Arial"/>
                <a:ea typeface="Arial"/>
                <a:cs typeface="Arial"/>
              </a:defRPr>
            </a:lvl4pPr>
            <a:lvl5pPr algn="l">
              <a:defRPr sz="2550" b="1">
                <a:solidFill>
                  <a:srgbClr val="5DDFFF"/>
                </a:solidFill>
                <a:latin typeface="Arial"/>
                <a:ea typeface="Arial"/>
                <a:cs typeface="Arial"/>
              </a:defRPr>
            </a:lvl5pPr>
            <a:lvl6pPr algn="l">
              <a:defRPr sz="2550" b="1">
                <a:solidFill>
                  <a:srgbClr val="5DDFFF"/>
                </a:solidFill>
                <a:latin typeface="Arial"/>
                <a:ea typeface="Arial"/>
                <a:cs typeface="Arial"/>
              </a:defRPr>
            </a:lvl6pPr>
            <a:lvl7pPr algn="l">
              <a:defRPr sz="2550" b="1">
                <a:solidFill>
                  <a:srgbClr val="5DDFFF"/>
                </a:solidFill>
                <a:latin typeface="Arial"/>
                <a:ea typeface="Arial"/>
                <a:cs typeface="Arial"/>
              </a:defRPr>
            </a:lvl7pPr>
            <a:lvl8pPr algn="l">
              <a:defRPr sz="2550" b="1">
                <a:solidFill>
                  <a:srgbClr val="5DDFFF"/>
                </a:solidFill>
                <a:latin typeface="Arial"/>
                <a:ea typeface="Arial"/>
                <a:cs typeface="Arial"/>
              </a:defRPr>
            </a:lvl8pPr>
            <a:lvl9pPr algn="l">
              <a:defRPr sz="2550" b="1">
                <a:solidFill>
                  <a:srgbClr val="5DDFFF"/>
                </a:solidFill>
                <a:latin typeface="Arial"/>
                <a:ea typeface="Arial"/>
                <a:cs typeface="Arial"/>
              </a:defRPr>
            </a:lvl9pPr>
          </a:lstStyle>
          <a:p xmlns:a="http://schemas.openxmlformats.org/drawingml/2006/main">
            <a:pPr algn="l">
              <a:defRPr sz="2550" b="1">
                <a:solidFill>
                  <a:srgbClr val="5DDFFF"/>
                </a:solidFill>
                <a:latin typeface="Arial"/>
                <a:ea typeface="Arial"/>
                <a:cs typeface="Arial"/>
              </a:defRPr>
            </a:pPr>
            <a:r>
              <a:rPr sz="2550" b="1">
                <a:solidFill>
                  <a:srgbClr val="5DDFFF"/>
                </a:solidFill>
                <a:latin typeface="Arial"/>
                <a:ea typeface="Arial"/>
                <a:cs typeface="Arial"/>
              </a:rPr>
              <a:t>03</a:t>
            </a:r>
          </a:p>
        </p:txBody>
      </p:sp>
      <p:sp>
        <p:nvSpPr>
          <p:cNvPr id="10" name="segmentasi-3">
            <a:extLst xmlns:a="http://schemas.openxmlformats.org/drawingml/2006/main">
              <a:ext uri="{FF2B5EF4-FFF2-40B4-BE49-F238E27FC236}">
                <a16:creationId xmlns:a16="http://schemas.microsoft.com/office/drawing/2014/main" id="{606B9B26-8B3E-4FCB-8938-F101B496DC26}"/>
              </a:ext>
            </a:extLst>
          </p:cNvPr>
          <p:cNvSpPr>
            <a:spLocks xmlns:a="http://schemas.openxmlformats.org/drawingml/2006/main" noGrp="1"/>
          </p:cNvSpPr>
          <p:nvPr/>
        </p:nvSpPr>
        <p:spPr>
          <a:xfrm xmlns:a="http://schemas.openxmlformats.org/drawingml/2006/main">
            <a:off x="1390650" y="4324350"/>
            <a:ext cx="32099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Label 8 tetangga</a:t>
            </a:r>
          </a:p>
        </p:txBody>
      </p:sp>
      <p:sp>
        <p:nvSpPr>
          <p:cNvPr id="11" name="mask-label">
            <a:extLst xmlns:a="http://schemas.openxmlformats.org/drawingml/2006/main">
              <a:ext uri="{FF2B5EF4-FFF2-40B4-BE49-F238E27FC236}">
                <a16:creationId xmlns:a16="http://schemas.microsoft.com/office/drawing/2014/main" id="{59DD3238-2BE5-4678-BF9E-72A596769BEA}"/>
              </a:ext>
            </a:extLst>
          </p:cNvPr>
          <p:cNvSpPr>
            <a:spLocks xmlns:a="http://schemas.openxmlformats.org/drawingml/2006/main" noGrp="1"/>
          </p:cNvSpPr>
          <p:nvPr/>
        </p:nvSpPr>
        <p:spPr>
          <a:xfrm xmlns:a="http://schemas.openxmlformats.org/drawingml/2006/main">
            <a:off x="5038725" y="1685925"/>
            <a:ext cx="2895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5DDFFF"/>
                </a:solidFill>
                <a:latin typeface="Arial"/>
                <a:ea typeface="Arial"/>
                <a:cs typeface="Arial"/>
              </a:defRPr>
            </a:defPPr>
            <a:lvl1pPr algn="ctr">
              <a:defRPr sz="2250" b="1">
                <a:solidFill>
                  <a:srgbClr val="5DDFFF"/>
                </a:solidFill>
                <a:latin typeface="Arial"/>
                <a:ea typeface="Arial"/>
                <a:cs typeface="Arial"/>
              </a:defRPr>
            </a:lvl1pPr>
            <a:lvl2pPr algn="ctr">
              <a:defRPr sz="2250" b="1">
                <a:solidFill>
                  <a:srgbClr val="5DDFFF"/>
                </a:solidFill>
                <a:latin typeface="Arial"/>
                <a:ea typeface="Arial"/>
                <a:cs typeface="Arial"/>
              </a:defRPr>
            </a:lvl2pPr>
            <a:lvl3pPr algn="ctr">
              <a:defRPr sz="2250" b="1">
                <a:solidFill>
                  <a:srgbClr val="5DDFFF"/>
                </a:solidFill>
                <a:latin typeface="Arial"/>
                <a:ea typeface="Arial"/>
                <a:cs typeface="Arial"/>
              </a:defRPr>
            </a:lvl3pPr>
            <a:lvl4pPr algn="ctr">
              <a:defRPr sz="2250" b="1">
                <a:solidFill>
                  <a:srgbClr val="5DDFFF"/>
                </a:solidFill>
                <a:latin typeface="Arial"/>
                <a:ea typeface="Arial"/>
                <a:cs typeface="Arial"/>
              </a:defRPr>
            </a:lvl4pPr>
            <a:lvl5pPr algn="ctr">
              <a:defRPr sz="2250" b="1">
                <a:solidFill>
                  <a:srgbClr val="5DDFFF"/>
                </a:solidFill>
                <a:latin typeface="Arial"/>
                <a:ea typeface="Arial"/>
                <a:cs typeface="Arial"/>
              </a:defRPr>
            </a:lvl5pPr>
            <a:lvl6pPr algn="ctr">
              <a:defRPr sz="2250" b="1">
                <a:solidFill>
                  <a:srgbClr val="5DDFFF"/>
                </a:solidFill>
                <a:latin typeface="Arial"/>
                <a:ea typeface="Arial"/>
                <a:cs typeface="Arial"/>
              </a:defRPr>
            </a:lvl6pPr>
            <a:lvl7pPr algn="ctr">
              <a:defRPr sz="2250" b="1">
                <a:solidFill>
                  <a:srgbClr val="5DDFFF"/>
                </a:solidFill>
                <a:latin typeface="Arial"/>
                <a:ea typeface="Arial"/>
                <a:cs typeface="Arial"/>
              </a:defRPr>
            </a:lvl7pPr>
            <a:lvl8pPr algn="ctr">
              <a:defRPr sz="2250" b="1">
                <a:solidFill>
                  <a:srgbClr val="5DDFFF"/>
                </a:solidFill>
                <a:latin typeface="Arial"/>
                <a:ea typeface="Arial"/>
                <a:cs typeface="Arial"/>
              </a:defRPr>
            </a:lvl8pPr>
            <a:lvl9pPr algn="ctr">
              <a:defRPr sz="2250" b="1">
                <a:solidFill>
                  <a:srgbClr val="5DDFFF"/>
                </a:solidFill>
                <a:latin typeface="Arial"/>
                <a:ea typeface="Arial"/>
                <a:cs typeface="Arial"/>
              </a:defRPr>
            </a:lvl9pPr>
          </a:lstStyle>
          <a:p xmlns:a="http://schemas.openxmlformats.org/drawingml/2006/main">
            <a:pPr algn="ctr">
              <a:defRPr sz="2250" b="1">
                <a:solidFill>
                  <a:srgbClr val="5DDFFF"/>
                </a:solidFill>
                <a:latin typeface="Arial"/>
                <a:ea typeface="Arial"/>
                <a:cs typeface="Arial"/>
              </a:defRPr>
            </a:pPr>
            <a:r>
              <a:rPr sz="2250" b="1">
                <a:solidFill>
                  <a:srgbClr val="5DDFFF"/>
                </a:solidFill>
                <a:latin typeface="Arial"/>
                <a:ea typeface="Arial"/>
                <a:cs typeface="Arial"/>
              </a:rPr>
              <a:t>Mask koin</a:t>
            </a:r>
          </a:p>
        </p:txBody>
      </p:sp>
      <p:sp>
        <p:nvSpPr>
          <p:cNvPr id="12" name="komponen-label">
            <a:extLst xmlns:a="http://schemas.openxmlformats.org/drawingml/2006/main">
              <a:ext uri="{FF2B5EF4-FFF2-40B4-BE49-F238E27FC236}">
                <a16:creationId xmlns:a16="http://schemas.microsoft.com/office/drawing/2014/main" id="{1AE58147-95ED-4F24-845A-3E754EC0DC7C}"/>
              </a:ext>
            </a:extLst>
          </p:cNvPr>
          <p:cNvSpPr>
            <a:spLocks xmlns:a="http://schemas.openxmlformats.org/drawingml/2006/main" noGrp="1"/>
          </p:cNvSpPr>
          <p:nvPr/>
        </p:nvSpPr>
        <p:spPr>
          <a:xfrm xmlns:a="http://schemas.openxmlformats.org/drawingml/2006/main">
            <a:off x="8572500" y="1685925"/>
            <a:ext cx="2895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5DDFFF"/>
                </a:solidFill>
                <a:latin typeface="Arial"/>
                <a:ea typeface="Arial"/>
                <a:cs typeface="Arial"/>
              </a:defRPr>
            </a:defPPr>
            <a:lvl1pPr algn="ctr">
              <a:defRPr sz="2100" b="1">
                <a:solidFill>
                  <a:srgbClr val="5DDFFF"/>
                </a:solidFill>
                <a:latin typeface="Arial"/>
                <a:ea typeface="Arial"/>
                <a:cs typeface="Arial"/>
              </a:defRPr>
            </a:lvl1pPr>
            <a:lvl2pPr algn="ctr">
              <a:defRPr sz="2100" b="1">
                <a:solidFill>
                  <a:srgbClr val="5DDFFF"/>
                </a:solidFill>
                <a:latin typeface="Arial"/>
                <a:ea typeface="Arial"/>
                <a:cs typeface="Arial"/>
              </a:defRPr>
            </a:lvl2pPr>
            <a:lvl3pPr algn="ctr">
              <a:defRPr sz="2100" b="1">
                <a:solidFill>
                  <a:srgbClr val="5DDFFF"/>
                </a:solidFill>
                <a:latin typeface="Arial"/>
                <a:ea typeface="Arial"/>
                <a:cs typeface="Arial"/>
              </a:defRPr>
            </a:lvl3pPr>
            <a:lvl4pPr algn="ctr">
              <a:defRPr sz="2100" b="1">
                <a:solidFill>
                  <a:srgbClr val="5DDFFF"/>
                </a:solidFill>
                <a:latin typeface="Arial"/>
                <a:ea typeface="Arial"/>
                <a:cs typeface="Arial"/>
              </a:defRPr>
            </a:lvl4pPr>
            <a:lvl5pPr algn="ctr">
              <a:defRPr sz="2100" b="1">
                <a:solidFill>
                  <a:srgbClr val="5DDFFF"/>
                </a:solidFill>
                <a:latin typeface="Arial"/>
                <a:ea typeface="Arial"/>
                <a:cs typeface="Arial"/>
              </a:defRPr>
            </a:lvl5pPr>
            <a:lvl6pPr algn="ctr">
              <a:defRPr sz="2100" b="1">
                <a:solidFill>
                  <a:srgbClr val="5DDFFF"/>
                </a:solidFill>
                <a:latin typeface="Arial"/>
                <a:ea typeface="Arial"/>
                <a:cs typeface="Arial"/>
              </a:defRPr>
            </a:lvl6pPr>
            <a:lvl7pPr algn="ctr">
              <a:defRPr sz="2100" b="1">
                <a:solidFill>
                  <a:srgbClr val="5DDFFF"/>
                </a:solidFill>
                <a:latin typeface="Arial"/>
                <a:ea typeface="Arial"/>
                <a:cs typeface="Arial"/>
              </a:defRPr>
            </a:lvl7pPr>
            <a:lvl8pPr algn="ctr">
              <a:defRPr sz="2100" b="1">
                <a:solidFill>
                  <a:srgbClr val="5DDFFF"/>
                </a:solidFill>
                <a:latin typeface="Arial"/>
                <a:ea typeface="Arial"/>
                <a:cs typeface="Arial"/>
              </a:defRPr>
            </a:lvl8pPr>
            <a:lvl9pPr algn="ctr">
              <a:defRPr sz="2100" b="1">
                <a:solidFill>
                  <a:srgbClr val="5DDFFF"/>
                </a:solidFill>
                <a:latin typeface="Arial"/>
                <a:ea typeface="Arial"/>
                <a:cs typeface="Arial"/>
              </a:defRPr>
            </a:lvl9pPr>
          </a:lstStyle>
          <a:p xmlns:a="http://schemas.openxmlformats.org/drawingml/2006/main">
            <a:pPr algn="ctr">
              <a:defRPr sz="2100" b="1">
                <a:solidFill>
                  <a:srgbClr val="5DDFFF"/>
                </a:solidFill>
                <a:latin typeface="Arial"/>
                <a:ea typeface="Arial"/>
                <a:cs typeface="Arial"/>
              </a:defRPr>
            </a:pPr>
            <a:r>
              <a:rPr sz="2100" b="1">
                <a:solidFill>
                  <a:srgbClr val="5DDFFF"/>
                </a:solidFill>
                <a:latin typeface="Arial"/>
                <a:ea typeface="Arial"/>
                <a:cs typeface="Arial"/>
              </a:rPr>
              <a:t>Komponen berlabel</a:t>
            </a:r>
          </a:p>
        </p:txBody>
      </p:sp>
      <p:pic>
        <p:nvPicPr>
          <p:cNvPr id="13" name="">
            <a:extLst xmlns:a="http://schemas.openxmlformats.org/drawingml/2006/main">
              <a:ext uri="{FF2B5EF4-FFF2-40B4-BE49-F238E27FC236}">
                <a16:creationId xmlns:a16="http://schemas.microsoft.com/office/drawing/2014/main" id="{5ECD1A71-04D0-4336-B02B-DCAFBEF5770B}"/>
              </a:ext>
            </a:extLst>
          </p:cNvPr>
          <p:cNvPicPr>
            <a:picLocks xmlns:a="http://schemas.openxmlformats.org/drawingml/2006/main" noChangeAspect="1"/>
          </p:cNvPicPr>
          <p:nvPr/>
        </p:nvPicPr>
        <p:blipFill>
          <a:blip xmlns:r="http://schemas.openxmlformats.org/officeDocument/2006/relationships" xmlns:a="http://schemas.openxmlformats.org/drawingml/2006/main" r:embed="R251f9e9dccda45d4"/>
          <a:stretch xmlns:a="http://schemas.openxmlformats.org/drawingml/2006/main"/>
        </p:blipFill>
        <p:spPr>
          <a:xfrm xmlns:a="http://schemas.openxmlformats.org/drawingml/2006/main">
            <a:off x="5038725" y="2362200"/>
            <a:ext cx="2895600" cy="28956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4896305-CCA0-4AC4-9E53-4DCA981FC125}"/>
              </a:ext>
            </a:extLst>
          </p:cNvPr>
          <p:cNvPicPr>
            <a:picLocks xmlns:a="http://schemas.openxmlformats.org/drawingml/2006/main" noChangeAspect="1"/>
          </p:cNvPicPr>
          <p:nvPr/>
        </p:nvPicPr>
        <p:blipFill>
          <a:blip xmlns:r="http://schemas.openxmlformats.org/officeDocument/2006/relationships" xmlns:a="http://schemas.openxmlformats.org/drawingml/2006/main" r:embed="R8ef3ca19c55c44bf"/>
          <a:stretch xmlns:a="http://schemas.openxmlformats.org/drawingml/2006/main"/>
        </p:blipFill>
        <p:spPr>
          <a:xfrm xmlns:a="http://schemas.openxmlformats.org/drawingml/2006/main">
            <a:off x="8572500" y="2362200"/>
            <a:ext cx="2895600" cy="2895600"/>
          </a:xfrm>
          <a:prstGeom xmlns:a="http://schemas.openxmlformats.org/drawingml/2006/main" prst="rect">
            <a:avLst/>
          </a:prstGeom>
        </p:spPr>
      </p:pic>
      <p:sp>
        <p:nvSpPr>
          <p:cNvPr id="15" name="asumsi">
            <a:extLst xmlns:a="http://schemas.openxmlformats.org/drawingml/2006/main">
              <a:ext uri="{FF2B5EF4-FFF2-40B4-BE49-F238E27FC236}">
                <a16:creationId xmlns:a16="http://schemas.microsoft.com/office/drawing/2014/main" id="{735A00A7-3222-44FD-8225-672C31EFD6E2}"/>
              </a:ext>
            </a:extLst>
          </p:cNvPr>
          <p:cNvSpPr>
            <a:spLocks xmlns:a="http://schemas.openxmlformats.org/drawingml/2006/main" noGrp="1"/>
          </p:cNvSpPr>
          <p:nvPr/>
        </p:nvSpPr>
        <p:spPr>
          <a:xfrm xmlns:a="http://schemas.openxmlformats.org/drawingml/2006/main">
            <a:off x="609600" y="561975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xmlns:a="http://schemas.openxmlformats.org/drawingml/2006/main">
            <a:pPr algn="l">
              <a:defRPr sz="2025">
                <a:solidFill>
                  <a:srgbClr val="BCD0EB"/>
                </a:solidFill>
                <a:latin typeface="Arial"/>
                <a:ea typeface="Arial"/>
                <a:cs typeface="Arial"/>
              </a:defRPr>
            </a:pPr>
            <a:r>
              <a:rPr sz="2025">
                <a:solidFill>
                  <a:srgbClr val="BCD0EB"/>
                </a:solidFill>
                <a:latin typeface="Arial"/>
                <a:ea typeface="Arial"/>
                <a:cs typeface="Arial"/>
              </a:rPr>
              <a:t>Data sintetis. Koin utuh dan terpisah pada latar seragam.</a:t>
            </a:r>
          </a:p>
          <a:p xmlns:a="http://schemas.openxmlformats.org/drawingml/2006/main">
            <a:pPr algn="l">
              <a:defRPr sz="2025">
                <a:solidFill>
                  <a:srgbClr val="BCD0EB"/>
                </a:solidFill>
                <a:latin typeface="Arial"/>
                <a:ea typeface="Arial"/>
                <a:cs typeface="Arial"/>
              </a:defRPr>
            </a:pPr>
            <a:r>
              <a:rPr sz="2025">
                <a:solidFill>
                  <a:srgbClr val="BCD0EB"/>
                </a:solidFill>
                <a:latin typeface="Arial"/>
                <a:ea typeface="Arial"/>
                <a:cs typeface="Arial"/>
              </a:rPr>
              <a:t>Satu label mewakili satu koin.</a:t>
            </a:r>
          </a:p>
        </p:txBody>
      </p:sp>
    </p:spTree>
    <p:extLst>
      <p:ext uri="{BB962C8B-B14F-4D97-AF65-F5344CB8AC3E}">
        <p14:creationId xmlns:p14="http://schemas.microsoft.com/office/powerpoint/2010/main" val="1771212514"/>
      </p:ext>
    </p:extLst>
  </p:cSld>
</p:sld>
</file>

<file path=ppt/slides/slide9.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DAE292B-DB3D-4C62-BBA6-8940566A1BD9}"/>
              </a:ext>
            </a:extLst>
          </p:cNvPr>
          <p:cNvPicPr>
            <a:picLocks xmlns:a="http://schemas.openxmlformats.org/drawingml/2006/main" noChangeAspect="1"/>
          </p:cNvPicPr>
          <p:nvPr/>
        </p:nvPicPr>
        <p:blipFill>
          <a:blip xmlns:r="http://schemas.openxmlformats.org/officeDocument/2006/relationships" xmlns:a="http://schemas.openxmlformats.org/drawingml/2006/main" r:embed="R3037727ab34646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A76B7395-B555-44B2-A350-DE320FE01158}"/>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3: pengukuran dengan regionprops</a:t>
            </a:r>
          </a:p>
        </p:txBody>
      </p:sp>
      <p:sp>
        <p:nvSpPr>
          <p:cNvPr id="4" name="nomor-slide">
            <a:extLst xmlns:a="http://schemas.openxmlformats.org/drawingml/2006/main">
              <a:ext uri="{FF2B5EF4-FFF2-40B4-BE49-F238E27FC236}">
                <a16:creationId xmlns:a16="http://schemas.microsoft.com/office/drawing/2014/main" id="{455C8353-D0F8-4F20-A2DF-D3BCA8E8A6CA}"/>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09 / 11</a:t>
            </a:r>
          </a:p>
        </p:txBody>
      </p:sp>
      <p:graphicFrame>
        <p:nvGraphicFramePr>
          <p:cNvPr id="5" name="">
            <a:extLst xmlns:a="http://schemas.openxmlformats.org/drawingml/2006/main">
              <a:ext uri="{FF2B5EF4-FFF2-40B4-BE49-F238E27FC236}">
                <a16:creationId xmlns:a16="http://schemas.microsoft.com/office/drawing/2014/main" id="{ACE8251D-7270-4614-B439-31C14CE09032}"/>
              </a:ext>
            </a:extLst>
          </p:cNvPr>
          <p:cNvGraphicFramePr/>
          <p:nvPr/>
        </p:nvGraphicFramePr>
        <p:xfrm>
          <a:off xmlns:a="http://schemas.openxmlformats.org/drawingml/2006/main" x="609600" y="1781175"/>
          <a:ext xmlns:a="http://schemas.openxmlformats.org/drawingml/2006/main" cx="5905500" cy="3333750"/>
        </p:xfrm>
        <a:graphic xmlns:a="http://schemas.openxmlformats.org/drawingml/2006/main">
          <a:graphicData uri="http://schemas.openxmlformats.org/drawingml/2006/table">
            <a:tbl>
              <a:tblPr/>
              <a:tblGrid>
                <a:gridCol w="3257550"/>
                <a:gridCol w="2647950"/>
              </a:tblGrid>
              <a:tr h="666750">
                <a:tc>
                  <a:txBody>
                    <a:bodyPr lIns="76200" tIns="76200" rIns="76200" bIns="76200"/>
                    <a:lstStyle/>
                    <a:p>
                      <a:pPr algn="l"/>
                      <a:r>
                        <a:rPr sz="1800" b="1">
                          <a:solidFill>
                            <a:srgbClr val="F4F8FF"/>
                          </a:solidFill>
                          <a:latin typeface="Arial"/>
                          <a:ea typeface="Arial"/>
                          <a:cs typeface="Arial"/>
                        </a:rPr>
                        <a:t>Atribut</a:t>
                      </a:r>
                    </a:p>
                  </a:txBody>
                  <a:tcPr marL="91440" marR="91440" marT="45720" marB="45720"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1800" b="1">
                          <a:solidFill>
                            <a:srgbClr val="F4F8FF"/>
                          </a:solidFill>
                          <a:latin typeface="Arial"/>
                          <a:ea typeface="Arial"/>
                          <a:cs typeface="Arial"/>
                        </a:rPr>
                        <a:t>Kegunaan</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r>
              <a:tr h="666750">
                <a:tc>
                  <a:txBody>
                    <a:bodyPr lIns="76200" tIns="76200" rIns="76200" bIns="76200"/>
                    <a:lstStyle/>
                    <a:p>
                      <a:pPr algn="l"/>
                      <a:r>
                        <a:rPr sz="1800" b="0">
                          <a:solidFill>
                            <a:srgbClr val="F4F8FF"/>
                          </a:solidFill>
                          <a:latin typeface="Arial"/>
                          <a:ea typeface="Arial"/>
                          <a:cs typeface="Arial"/>
                        </a:rPr>
                        <a:t>area</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00" b="0">
                          <a:solidFill>
                            <a:srgbClr val="F4F8FF"/>
                          </a:solidFill>
                          <a:latin typeface="Arial"/>
                          <a:ea typeface="Arial"/>
                          <a:cs typeface="Arial"/>
                        </a:rPr>
                        <a:t>Luas A</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666750">
                <a:tc>
                  <a:txBody>
                    <a:bodyPr lIns="76200" tIns="76200" rIns="76200" bIns="76200"/>
                    <a:lstStyle/>
                    <a:p>
                      <a:pPr algn="l"/>
                      <a:r>
                        <a:rPr sz="1800" b="0">
                          <a:solidFill>
                            <a:srgbClr val="F4F8FF"/>
                          </a:solidFill>
                          <a:latin typeface="Arial"/>
                          <a:ea typeface="Arial"/>
                          <a:cs typeface="Arial"/>
                        </a:rPr>
                        <a:t>equivalent_diameter_area</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1800" b="0">
                          <a:solidFill>
                            <a:srgbClr val="F4F8FF"/>
                          </a:solidFill>
                          <a:latin typeface="Arial"/>
                          <a:ea typeface="Arial"/>
                          <a:cs typeface="Arial"/>
                        </a:rPr>
                        <a:t>Diameter ekuivalen</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r h="666750">
                <a:tc>
                  <a:txBody>
                    <a:bodyPr lIns="76200" tIns="76200" rIns="76200" bIns="76200"/>
                    <a:lstStyle/>
                    <a:p>
                      <a:pPr algn="l"/>
                      <a:r>
                        <a:rPr sz="1800" b="0">
                          <a:solidFill>
                            <a:srgbClr val="F4F8FF"/>
                          </a:solidFill>
                          <a:latin typeface="Arial"/>
                          <a:ea typeface="Arial"/>
                          <a:cs typeface="Arial"/>
                        </a:rPr>
                        <a:t>centroid</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1800" b="0">
                          <a:solidFill>
                            <a:srgbClr val="F4F8FF"/>
                          </a:solidFill>
                          <a:latin typeface="Arial"/>
                          <a:ea typeface="Arial"/>
                          <a:cs typeface="Arial"/>
                        </a:rPr>
                        <a:t>Posisi anotasi</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666750">
                <a:tc>
                  <a:txBody>
                    <a:bodyPr lIns="76200" tIns="76200" rIns="76200" bIns="76200"/>
                    <a:lstStyle/>
                    <a:p>
                      <a:pPr algn="l"/>
                      <a:r>
                        <a:rPr sz="1800" b="0">
                          <a:solidFill>
                            <a:srgbClr val="F4F8FF"/>
                          </a:solidFill>
                          <a:latin typeface="Arial"/>
                          <a:ea typeface="Arial"/>
                          <a:cs typeface="Arial"/>
                        </a:rPr>
                        <a:t>bbox</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1800" b="0">
                          <a:solidFill>
                            <a:srgbClr val="F4F8FF"/>
                          </a:solidFill>
                          <a:latin typeface="Arial"/>
                          <a:ea typeface="Arial"/>
                          <a:cs typeface="Arial"/>
                        </a:rPr>
                        <a:t>Batas objek</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bl>
          </a:graphicData>
        </a:graphic>
      </p:graphicFrame>
      <p:sp>
        <p:nvSpPr>
          <p:cNvPr id="6" name="rumus-diameter">
            <a:extLst xmlns:a="http://schemas.openxmlformats.org/drawingml/2006/main">
              <a:ext uri="{FF2B5EF4-FFF2-40B4-BE49-F238E27FC236}">
                <a16:creationId xmlns:a16="http://schemas.microsoft.com/office/drawing/2014/main" id="{811898BF-10D7-4E0E-960A-D392035C9ADE}"/>
              </a:ext>
            </a:extLst>
          </p:cNvPr>
          <p:cNvSpPr>
            <a:spLocks xmlns:a="http://schemas.openxmlformats.org/drawingml/2006/main" noGrp="1"/>
          </p:cNvSpPr>
          <p:nvPr/>
        </p:nvSpPr>
        <p:spPr>
          <a:xfrm xmlns:a="http://schemas.openxmlformats.org/drawingml/2006/main">
            <a:off x="7115175" y="1809750"/>
            <a:ext cx="4467225"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5DDFFF"/>
                </a:solidFill>
                <a:latin typeface="Arial"/>
                <a:ea typeface="Arial"/>
                <a:cs typeface="Arial"/>
              </a:defRPr>
            </a:defPPr>
            <a:lvl1pPr algn="l">
              <a:defRPr sz="3750" b="1">
                <a:solidFill>
                  <a:srgbClr val="5DDFFF"/>
                </a:solidFill>
                <a:latin typeface="Arial"/>
                <a:ea typeface="Arial"/>
                <a:cs typeface="Arial"/>
              </a:defRPr>
            </a:lvl1pPr>
            <a:lvl2pPr algn="l">
              <a:defRPr sz="3750" b="1">
                <a:solidFill>
                  <a:srgbClr val="5DDFFF"/>
                </a:solidFill>
                <a:latin typeface="Arial"/>
                <a:ea typeface="Arial"/>
                <a:cs typeface="Arial"/>
              </a:defRPr>
            </a:lvl2pPr>
            <a:lvl3pPr algn="l">
              <a:defRPr sz="3750" b="1">
                <a:solidFill>
                  <a:srgbClr val="5DDFFF"/>
                </a:solidFill>
                <a:latin typeface="Arial"/>
                <a:ea typeface="Arial"/>
                <a:cs typeface="Arial"/>
              </a:defRPr>
            </a:lvl3pPr>
            <a:lvl4pPr algn="l">
              <a:defRPr sz="3750" b="1">
                <a:solidFill>
                  <a:srgbClr val="5DDFFF"/>
                </a:solidFill>
                <a:latin typeface="Arial"/>
                <a:ea typeface="Arial"/>
                <a:cs typeface="Arial"/>
              </a:defRPr>
            </a:lvl4pPr>
            <a:lvl5pPr algn="l">
              <a:defRPr sz="3750" b="1">
                <a:solidFill>
                  <a:srgbClr val="5DDFFF"/>
                </a:solidFill>
                <a:latin typeface="Arial"/>
                <a:ea typeface="Arial"/>
                <a:cs typeface="Arial"/>
              </a:defRPr>
            </a:lvl5pPr>
            <a:lvl6pPr algn="l">
              <a:defRPr sz="3750" b="1">
                <a:solidFill>
                  <a:srgbClr val="5DDFFF"/>
                </a:solidFill>
                <a:latin typeface="Arial"/>
                <a:ea typeface="Arial"/>
                <a:cs typeface="Arial"/>
              </a:defRPr>
            </a:lvl6pPr>
            <a:lvl7pPr algn="l">
              <a:defRPr sz="3750" b="1">
                <a:solidFill>
                  <a:srgbClr val="5DDFFF"/>
                </a:solidFill>
                <a:latin typeface="Arial"/>
                <a:ea typeface="Arial"/>
                <a:cs typeface="Arial"/>
              </a:defRPr>
            </a:lvl7pPr>
            <a:lvl8pPr algn="l">
              <a:defRPr sz="3750" b="1">
                <a:solidFill>
                  <a:srgbClr val="5DDFFF"/>
                </a:solidFill>
                <a:latin typeface="Arial"/>
                <a:ea typeface="Arial"/>
                <a:cs typeface="Arial"/>
              </a:defRPr>
            </a:lvl8pPr>
            <a:lvl9pPr algn="l">
              <a:defRPr sz="3750" b="1">
                <a:solidFill>
                  <a:srgbClr val="5DDFFF"/>
                </a:solidFill>
                <a:latin typeface="Arial"/>
                <a:ea typeface="Arial"/>
                <a:cs typeface="Arial"/>
              </a:defRPr>
            </a:lvl9pPr>
          </a:lstStyle>
          <a:p xmlns:a="http://schemas.openxmlformats.org/drawingml/2006/main">
            <a:pPr algn="l">
              <a:defRPr sz="3750" b="1">
                <a:solidFill>
                  <a:srgbClr val="5DDFFF"/>
                </a:solidFill>
                <a:latin typeface="Arial"/>
                <a:ea typeface="Arial"/>
                <a:cs typeface="Arial"/>
              </a:defRPr>
            </a:pPr>
            <a:r>
              <a:rPr sz="3750" b="1">
                <a:solidFill>
                  <a:srgbClr val="5DDFFF"/>
                </a:solidFill>
                <a:latin typeface="Arial"/>
                <a:ea typeface="Arial"/>
                <a:cs typeface="Arial"/>
              </a:rPr>
              <a:t>d = √(4A/π)</a:t>
            </a:r>
          </a:p>
        </p:txBody>
      </p:sp>
      <p:sp>
        <p:nvSpPr>
          <p:cNvPr id="7" name="aturan">
            <a:extLst xmlns:a="http://schemas.openxmlformats.org/drawingml/2006/main">
              <a:ext uri="{FF2B5EF4-FFF2-40B4-BE49-F238E27FC236}">
                <a16:creationId xmlns:a16="http://schemas.microsoft.com/office/drawing/2014/main" id="{8FB4BAF3-9E87-407B-A3CB-A75C2A292E40}"/>
              </a:ext>
            </a:extLst>
          </p:cNvPr>
          <p:cNvSpPr>
            <a:spLocks xmlns:a="http://schemas.openxmlformats.org/drawingml/2006/main" noGrp="1"/>
          </p:cNvSpPr>
          <p:nvPr/>
        </p:nvSpPr>
        <p:spPr>
          <a:xfrm xmlns:a="http://schemas.openxmlformats.org/drawingml/2006/main">
            <a:off x="7115175" y="2905125"/>
            <a:ext cx="4467225"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F4F8FF"/>
                </a:solidFill>
                <a:latin typeface="Arial"/>
                <a:ea typeface="Arial"/>
                <a:cs typeface="Arial"/>
              </a:defRPr>
            </a:defPPr>
            <a:lvl1pPr algn="l">
              <a:defRPr sz="2250">
                <a:solidFill>
                  <a:srgbClr val="F4F8FF"/>
                </a:solidFill>
                <a:latin typeface="Arial"/>
                <a:ea typeface="Arial"/>
                <a:cs typeface="Arial"/>
              </a:defRPr>
            </a:lvl1pPr>
            <a:lvl2pPr algn="l">
              <a:defRPr sz="2250">
                <a:solidFill>
                  <a:srgbClr val="F4F8FF"/>
                </a:solidFill>
                <a:latin typeface="Arial"/>
                <a:ea typeface="Arial"/>
                <a:cs typeface="Arial"/>
              </a:defRPr>
            </a:lvl2pPr>
            <a:lvl3pPr algn="l">
              <a:defRPr sz="2250">
                <a:solidFill>
                  <a:srgbClr val="F4F8FF"/>
                </a:solidFill>
                <a:latin typeface="Arial"/>
                <a:ea typeface="Arial"/>
                <a:cs typeface="Arial"/>
              </a:defRPr>
            </a:lvl3pPr>
            <a:lvl4pPr algn="l">
              <a:defRPr sz="2250">
                <a:solidFill>
                  <a:srgbClr val="F4F8FF"/>
                </a:solidFill>
                <a:latin typeface="Arial"/>
                <a:ea typeface="Arial"/>
                <a:cs typeface="Arial"/>
              </a:defRPr>
            </a:lvl4pPr>
            <a:lvl5pPr algn="l">
              <a:defRPr sz="2250">
                <a:solidFill>
                  <a:srgbClr val="F4F8FF"/>
                </a:solidFill>
                <a:latin typeface="Arial"/>
                <a:ea typeface="Arial"/>
                <a:cs typeface="Arial"/>
              </a:defRPr>
            </a:lvl5pPr>
            <a:lvl6pPr algn="l">
              <a:defRPr sz="2250">
                <a:solidFill>
                  <a:srgbClr val="F4F8FF"/>
                </a:solidFill>
                <a:latin typeface="Arial"/>
                <a:ea typeface="Arial"/>
                <a:cs typeface="Arial"/>
              </a:defRPr>
            </a:lvl6pPr>
            <a:lvl7pPr algn="l">
              <a:defRPr sz="2250">
                <a:solidFill>
                  <a:srgbClr val="F4F8FF"/>
                </a:solidFill>
                <a:latin typeface="Arial"/>
                <a:ea typeface="Arial"/>
                <a:cs typeface="Arial"/>
              </a:defRPr>
            </a:lvl7pPr>
            <a:lvl8pPr algn="l">
              <a:defRPr sz="2250">
                <a:solidFill>
                  <a:srgbClr val="F4F8FF"/>
                </a:solidFill>
                <a:latin typeface="Arial"/>
                <a:ea typeface="Arial"/>
                <a:cs typeface="Arial"/>
              </a:defRPr>
            </a:lvl8pPr>
            <a:lvl9pPr algn="l">
              <a:defRPr sz="2250">
                <a:solidFill>
                  <a:srgbClr val="F4F8FF"/>
                </a:solidFill>
                <a:latin typeface="Arial"/>
                <a:ea typeface="Arial"/>
                <a:cs typeface="Arial"/>
              </a:defRPr>
            </a:lvl9pPr>
          </a:lstStyle>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Urutkan kecil ke besar.</a:t>
            </a:r>
          </a:p>
          <a:p xmlns:a="http://schemas.openxmlformats.org/drawingml/2006/main">
            <a:r>
              <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Seluruh calon anggota</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harus berada dalam ±8%</a:t>
            </a:r>
          </a:p>
          <a:p xmlns:a="http://schemas.openxmlformats.org/drawingml/2006/main">
            <a:pPr algn="l">
              <a:defRPr sz="2250">
                <a:solidFill>
                  <a:srgbClr val="F4F8FF"/>
                </a:solidFill>
                <a:latin typeface="Arial"/>
                <a:ea typeface="Arial"/>
                <a:cs typeface="Arial"/>
              </a:defRPr>
            </a:pPr>
            <a:r>
              <a:rPr sz="2250">
                <a:solidFill>
                  <a:srgbClr val="F4F8FF"/>
                </a:solidFill>
                <a:latin typeface="Arial"/>
                <a:ea typeface="Arial"/>
                <a:cs typeface="Arial"/>
              </a:rPr>
              <a:t>median calon kelompok.</a:t>
            </a:r>
          </a:p>
        </p:txBody>
      </p:sp>
      <p:sp>
        <p:nvSpPr>
          <p:cNvPr id="8" name="batas">
            <a:extLst xmlns:a="http://schemas.openxmlformats.org/drawingml/2006/main">
              <a:ext uri="{FF2B5EF4-FFF2-40B4-BE49-F238E27FC236}">
                <a16:creationId xmlns:a16="http://schemas.microsoft.com/office/drawing/2014/main" id="{B5C9CA29-28F4-4FDF-8C02-BC73EAF99110}"/>
              </a:ext>
            </a:extLst>
          </p:cNvPr>
          <p:cNvSpPr>
            <a:spLocks xmlns:a="http://schemas.openxmlformats.org/drawingml/2006/main" noGrp="1"/>
          </p:cNvSpPr>
          <p:nvPr/>
        </p:nvSpPr>
        <p:spPr>
          <a:xfrm xmlns:a="http://schemas.openxmlformats.org/drawingml/2006/main">
            <a:off x="609600" y="5724525"/>
            <a:ext cx="10715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BCD0EB"/>
                </a:solidFill>
                <a:latin typeface="Arial"/>
                <a:ea typeface="Arial"/>
                <a:cs typeface="Arial"/>
              </a:defRPr>
            </a:defPPr>
            <a:lvl1pPr algn="l">
              <a:defRPr sz="2025">
                <a:solidFill>
                  <a:srgbClr val="BCD0EB"/>
                </a:solidFill>
                <a:latin typeface="Arial"/>
                <a:ea typeface="Arial"/>
                <a:cs typeface="Arial"/>
              </a:defRPr>
            </a:lvl1pPr>
            <a:lvl2pPr algn="l">
              <a:defRPr sz="2025">
                <a:solidFill>
                  <a:srgbClr val="BCD0EB"/>
                </a:solidFill>
                <a:latin typeface="Arial"/>
                <a:ea typeface="Arial"/>
                <a:cs typeface="Arial"/>
              </a:defRPr>
            </a:lvl2pPr>
            <a:lvl3pPr algn="l">
              <a:defRPr sz="2025">
                <a:solidFill>
                  <a:srgbClr val="BCD0EB"/>
                </a:solidFill>
                <a:latin typeface="Arial"/>
                <a:ea typeface="Arial"/>
                <a:cs typeface="Arial"/>
              </a:defRPr>
            </a:lvl3pPr>
            <a:lvl4pPr algn="l">
              <a:defRPr sz="2025">
                <a:solidFill>
                  <a:srgbClr val="BCD0EB"/>
                </a:solidFill>
                <a:latin typeface="Arial"/>
                <a:ea typeface="Arial"/>
                <a:cs typeface="Arial"/>
              </a:defRPr>
            </a:lvl4pPr>
            <a:lvl5pPr algn="l">
              <a:defRPr sz="2025">
                <a:solidFill>
                  <a:srgbClr val="BCD0EB"/>
                </a:solidFill>
                <a:latin typeface="Arial"/>
                <a:ea typeface="Arial"/>
                <a:cs typeface="Arial"/>
              </a:defRPr>
            </a:lvl5pPr>
            <a:lvl6pPr algn="l">
              <a:defRPr sz="2025">
                <a:solidFill>
                  <a:srgbClr val="BCD0EB"/>
                </a:solidFill>
                <a:latin typeface="Arial"/>
                <a:ea typeface="Arial"/>
                <a:cs typeface="Arial"/>
              </a:defRPr>
            </a:lvl6pPr>
            <a:lvl7pPr algn="l">
              <a:defRPr sz="2025">
                <a:solidFill>
                  <a:srgbClr val="BCD0EB"/>
                </a:solidFill>
                <a:latin typeface="Arial"/>
                <a:ea typeface="Arial"/>
                <a:cs typeface="Arial"/>
              </a:defRPr>
            </a:lvl7pPr>
            <a:lvl8pPr algn="l">
              <a:defRPr sz="2025">
                <a:solidFill>
                  <a:srgbClr val="BCD0EB"/>
                </a:solidFill>
                <a:latin typeface="Arial"/>
                <a:ea typeface="Arial"/>
                <a:cs typeface="Arial"/>
              </a:defRPr>
            </a:lvl8pPr>
            <a:lvl9pPr algn="l">
              <a:defRPr sz="2025">
                <a:solidFill>
                  <a:srgbClr val="BCD0EB"/>
                </a:solidFill>
                <a:latin typeface="Arial"/>
                <a:ea typeface="Arial"/>
                <a:cs typeface="Arial"/>
              </a:defRPr>
            </a:lvl9pPr>
          </a:lstStyle>
          <a:p xmlns:a="http://schemas.openxmlformats.org/drawingml/2006/main">
            <a:pPr algn="l">
              <a:defRPr sz="2025">
                <a:solidFill>
                  <a:srgbClr val="BCD0EB"/>
                </a:solidFill>
                <a:latin typeface="Arial"/>
                <a:ea typeface="Arial"/>
                <a:cs typeface="Arial"/>
              </a:defRPr>
            </a:pPr>
            <a:r>
              <a:rPr sz="2025">
                <a:solidFill>
                  <a:srgbClr val="BCD0EB"/>
                </a:solidFill>
                <a:latin typeface="Arial"/>
                <a:ea typeface="Arial"/>
                <a:cs typeface="Arial"/>
              </a:rPr>
              <a:t>Ukuran dalam piksel. Dua ukuran yang sangat dekat dapat tergabung.</a:t>
            </a:r>
          </a:p>
        </p:txBody>
      </p:sp>
    </p:spTree>
    <p:extLst>
      <p:ext uri="{BB962C8B-B14F-4D97-AF65-F5344CB8AC3E}">
        <p14:creationId xmlns:p14="http://schemas.microsoft.com/office/powerpoint/2010/main" val="1342408630"/>
      </p:ext>
    </p:extLst>
  </p:cSld>
</p:sld>
</file>

<file path=ppt/slides/slide10.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F10ED88-F5FD-4B12-B926-11D289B0B36E}"/>
              </a:ext>
            </a:extLst>
          </p:cNvPr>
          <p:cNvPicPr>
            <a:picLocks xmlns:a="http://schemas.openxmlformats.org/drawingml/2006/main" noChangeAspect="1"/>
          </p:cNvPicPr>
          <p:nvPr/>
        </p:nvPicPr>
        <p:blipFill>
          <a:blip xmlns:r="http://schemas.openxmlformats.org/officeDocument/2006/relationships" xmlns:a="http://schemas.openxmlformats.org/drawingml/2006/main" r:embed="Reb3cb7a2231045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judul-slide">
            <a:extLst xmlns:a="http://schemas.openxmlformats.org/drawingml/2006/main">
              <a:ext uri="{FF2B5EF4-FFF2-40B4-BE49-F238E27FC236}">
                <a16:creationId xmlns:a16="http://schemas.microsoft.com/office/drawing/2014/main" id="{05E6E486-03D9-442E-857D-568B410FDA37}"/>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4F8FF"/>
                </a:solidFill>
                <a:latin typeface="Arial"/>
                <a:ea typeface="Arial"/>
                <a:cs typeface="Arial"/>
              </a:defRPr>
            </a:defPPr>
            <a:lvl1pPr algn="l">
              <a:defRPr sz="3300" b="1">
                <a:solidFill>
                  <a:srgbClr val="F4F8FF"/>
                </a:solidFill>
                <a:latin typeface="Arial"/>
                <a:ea typeface="Arial"/>
                <a:cs typeface="Arial"/>
              </a:defRPr>
            </a:lvl1pPr>
            <a:lvl2pPr algn="l">
              <a:defRPr sz="3300" b="1">
                <a:solidFill>
                  <a:srgbClr val="F4F8FF"/>
                </a:solidFill>
                <a:latin typeface="Arial"/>
                <a:ea typeface="Arial"/>
                <a:cs typeface="Arial"/>
              </a:defRPr>
            </a:lvl2pPr>
            <a:lvl3pPr algn="l">
              <a:defRPr sz="3300" b="1">
                <a:solidFill>
                  <a:srgbClr val="F4F8FF"/>
                </a:solidFill>
                <a:latin typeface="Arial"/>
                <a:ea typeface="Arial"/>
                <a:cs typeface="Arial"/>
              </a:defRPr>
            </a:lvl3pPr>
            <a:lvl4pPr algn="l">
              <a:defRPr sz="3300" b="1">
                <a:solidFill>
                  <a:srgbClr val="F4F8FF"/>
                </a:solidFill>
                <a:latin typeface="Arial"/>
                <a:ea typeface="Arial"/>
                <a:cs typeface="Arial"/>
              </a:defRPr>
            </a:lvl4pPr>
            <a:lvl5pPr algn="l">
              <a:defRPr sz="3300" b="1">
                <a:solidFill>
                  <a:srgbClr val="F4F8FF"/>
                </a:solidFill>
                <a:latin typeface="Arial"/>
                <a:ea typeface="Arial"/>
                <a:cs typeface="Arial"/>
              </a:defRPr>
            </a:lvl5pPr>
            <a:lvl6pPr algn="l">
              <a:defRPr sz="3300" b="1">
                <a:solidFill>
                  <a:srgbClr val="F4F8FF"/>
                </a:solidFill>
                <a:latin typeface="Arial"/>
                <a:ea typeface="Arial"/>
                <a:cs typeface="Arial"/>
              </a:defRPr>
            </a:lvl6pPr>
            <a:lvl7pPr algn="l">
              <a:defRPr sz="3300" b="1">
                <a:solidFill>
                  <a:srgbClr val="F4F8FF"/>
                </a:solidFill>
                <a:latin typeface="Arial"/>
                <a:ea typeface="Arial"/>
                <a:cs typeface="Arial"/>
              </a:defRPr>
            </a:lvl7pPr>
            <a:lvl8pPr algn="l">
              <a:defRPr sz="3300" b="1">
                <a:solidFill>
                  <a:srgbClr val="F4F8FF"/>
                </a:solidFill>
                <a:latin typeface="Arial"/>
                <a:ea typeface="Arial"/>
                <a:cs typeface="Arial"/>
              </a:defRPr>
            </a:lvl8pPr>
            <a:lvl9pPr algn="l">
              <a:defRPr sz="3300" b="1">
                <a:solidFill>
                  <a:srgbClr val="F4F8FF"/>
                </a:solidFill>
                <a:latin typeface="Arial"/>
                <a:ea typeface="Arial"/>
                <a:cs typeface="Arial"/>
              </a:defRPr>
            </a:lvl9pPr>
          </a:lstStyle>
          <a:p xmlns:a="http://schemas.openxmlformats.org/drawingml/2006/main">
            <a:pPr algn="l">
              <a:defRPr sz="3300" b="1">
                <a:solidFill>
                  <a:srgbClr val="F4F8FF"/>
                </a:solidFill>
                <a:latin typeface="Arial"/>
                <a:ea typeface="Arial"/>
                <a:cs typeface="Arial"/>
              </a:defRPr>
            </a:pPr>
            <a:r>
              <a:rPr sz="3300" b="1">
                <a:solidFill>
                  <a:srgbClr val="F4F8FF"/>
                </a:solidFill>
                <a:latin typeface="Arial"/>
                <a:ea typeface="Arial"/>
                <a:cs typeface="Arial"/>
              </a:rPr>
              <a:t>Soal 3: hasil penghitungan koin</a:t>
            </a:r>
          </a:p>
        </p:txBody>
      </p:sp>
      <p:sp>
        <p:nvSpPr>
          <p:cNvPr id="4" name="nomor-slide">
            <a:extLst xmlns:a="http://schemas.openxmlformats.org/drawingml/2006/main">
              <a:ext uri="{FF2B5EF4-FFF2-40B4-BE49-F238E27FC236}">
                <a16:creationId xmlns:a16="http://schemas.microsoft.com/office/drawing/2014/main" id="{75F5273C-A3D7-4848-B938-DF1ECB1A1163}"/>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10 / 11</a:t>
            </a:r>
          </a:p>
        </p:txBody>
      </p:sp>
      <p:pic>
        <p:nvPicPr>
          <p:cNvPr id="5" name="">
            <a:extLst xmlns:a="http://schemas.openxmlformats.org/drawingml/2006/main">
              <a:ext uri="{FF2B5EF4-FFF2-40B4-BE49-F238E27FC236}">
                <a16:creationId xmlns:a16="http://schemas.microsoft.com/office/drawing/2014/main" id="{9773E086-0189-4E07-B327-34716CBAFF6E}"/>
              </a:ext>
            </a:extLst>
          </p:cNvPr>
          <p:cNvPicPr>
            <a:picLocks xmlns:a="http://schemas.openxmlformats.org/drawingml/2006/main" noChangeAspect="1"/>
          </p:cNvPicPr>
          <p:nvPr/>
        </p:nvPicPr>
        <p:blipFill>
          <a:blip xmlns:r="http://schemas.openxmlformats.org/officeDocument/2006/relationships" xmlns:a="http://schemas.openxmlformats.org/drawingml/2006/main" r:embed="R93eb488f9b2f4bec"/>
          <a:stretch xmlns:a="http://schemas.openxmlformats.org/drawingml/2006/main"/>
        </p:blipFill>
        <p:spPr>
          <a:xfrm xmlns:a="http://schemas.openxmlformats.org/drawingml/2006/main">
            <a:off x="609600" y="1458173"/>
            <a:ext cx="4762500" cy="484653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1AC72F99-33AC-44EE-91F4-0D4042875CF6}"/>
              </a:ext>
            </a:extLst>
          </p:cNvPr>
          <p:cNvGraphicFramePr/>
          <p:nvPr/>
        </p:nvGraphicFramePr>
        <p:xfrm>
          <a:off xmlns:a="http://schemas.openxmlformats.org/drawingml/2006/main" x="5829300" y="1800225"/>
          <a:ext xmlns:a="http://schemas.openxmlformats.org/drawingml/2006/main" cx="5753100" cy="2571750"/>
        </p:xfrm>
        <a:graphic xmlns:a="http://schemas.openxmlformats.org/drawingml/2006/main">
          <a:graphicData uri="http://schemas.openxmlformats.org/drawingml/2006/table">
            <a:tbl>
              <a:tblPr/>
              <a:tblGrid>
                <a:gridCol w="1714500"/>
                <a:gridCol w="2324100"/>
                <a:gridCol w="1714500"/>
              </a:tblGrid>
              <a:tr h="514350">
                <a:tc>
                  <a:txBody>
                    <a:bodyPr lIns="76200" tIns="76200" rIns="76200" bIns="76200"/>
                    <a:lstStyle/>
                    <a:p>
                      <a:pPr algn="l"/>
                      <a:r>
                        <a:rPr sz="2100" b="1">
                          <a:solidFill>
                            <a:srgbClr val="F4F8FF"/>
                          </a:solidFill>
                          <a:latin typeface="Arial"/>
                          <a:ea typeface="Arial"/>
                          <a:cs typeface="Arial"/>
                        </a:rPr>
                        <a:t>Kelompok</a:t>
                      </a:r>
                    </a:p>
                  </a:txBody>
                  <a:tcPr marL="91440" marR="91440" marT="45720" marB="45720" anchor="ctr">
                    <a:lnL w="9525">
                      <a:solidFill>
                        <a:srgbClr val="355271"/>
                      </a:solidFill>
                      <a:prstDash val="solid"/>
                    </a:lnL>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2100" b="1">
                          <a:solidFill>
                            <a:srgbClr val="F4F8FF"/>
                          </a:solidFill>
                          <a:latin typeface="Arial"/>
                          <a:ea typeface="Arial"/>
                          <a:cs typeface="Arial"/>
                        </a:rPr>
                        <a:t>Median (px)</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c>
                  <a:txBody>
                    <a:bodyPr lIns="76200" tIns="76200" rIns="76200" bIns="76200"/>
                    <a:lstStyle/>
                    <a:p>
                      <a:pPr algn="ctr"/>
                      <a:r>
                        <a:rPr sz="2100" b="1">
                          <a:solidFill>
                            <a:srgbClr val="F4F8FF"/>
                          </a:solidFill>
                          <a:latin typeface="Arial"/>
                          <a:ea typeface="Arial"/>
                          <a:cs typeface="Arial"/>
                        </a:rPr>
                        <a:t>Jumlah</a:t>
                      </a:r>
                    </a:p>
                  </a:txBody>
                  <a:tcPr marL="91440" marR="91440" marT="45720" marB="45720" anchor="ctr">
                    <a:lnR w="9525">
                      <a:solidFill>
                        <a:srgbClr val="355271"/>
                      </a:solidFill>
                      <a:prstDash val="solid"/>
                    </a:lnR>
                    <a:lnT w="9525">
                      <a:solidFill>
                        <a:srgbClr val="355271"/>
                      </a:solidFill>
                      <a:prstDash val="solid"/>
                    </a:lnT>
                    <a:lnB w="9525">
                      <a:solidFill>
                        <a:srgbClr val="355271"/>
                      </a:solidFill>
                      <a:prstDash val="solid"/>
                    </a:lnB>
                    <a:solidFill>
                      <a:srgbClr val="086C96"/>
                    </a:solidFill>
                  </a:tcPr>
                </a:tc>
              </a:tr>
              <a:tr h="514350">
                <a:tc>
                  <a:txBody>
                    <a:bodyPr lIns="76200" tIns="76200" rIns="76200" bIns="76200"/>
                    <a:lstStyle/>
                    <a:p>
                      <a:pPr algn="l"/>
                      <a:r>
                        <a:rPr sz="2100" b="0">
                          <a:solidFill>
                            <a:srgbClr val="F4F8FF"/>
                          </a:solidFill>
                          <a:latin typeface="Arial"/>
                          <a:ea typeface="Arial"/>
                          <a:cs typeface="Arial"/>
                        </a:rPr>
                        <a:t>K1</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100" b="0">
                          <a:solidFill>
                            <a:srgbClr val="F4F8FF"/>
                          </a:solidFill>
                          <a:latin typeface="Arial"/>
                          <a:ea typeface="Arial"/>
                          <a:cs typeface="Arial"/>
                        </a:rPr>
                        <a:t>25,85</a:t>
                      </a:r>
                    </a:p>
                  </a:txBody>
                  <a:tcPr marL="91440" marR="91440" marT="45720" marB="45720" anchor="ctr">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100" b="0">
                          <a:solidFill>
                            <a:srgbClr val="F4F8FF"/>
                          </a:solidFill>
                          <a:latin typeface="Arial"/>
                          <a:ea typeface="Arial"/>
                          <a:cs typeface="Arial"/>
                        </a:rPr>
                        <a:t>25</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514350">
                <a:tc>
                  <a:txBody>
                    <a:bodyPr lIns="76200" tIns="76200" rIns="76200" bIns="76200"/>
                    <a:lstStyle/>
                    <a:p>
                      <a:pPr algn="l"/>
                      <a:r>
                        <a:rPr sz="2100" b="0">
                          <a:solidFill>
                            <a:srgbClr val="F4F8FF"/>
                          </a:solidFill>
                          <a:latin typeface="Arial"/>
                          <a:ea typeface="Arial"/>
                          <a:cs typeface="Arial"/>
                        </a:rPr>
                        <a:t>K2</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2100" b="0">
                          <a:solidFill>
                            <a:srgbClr val="F4F8FF"/>
                          </a:solidFill>
                          <a:latin typeface="Arial"/>
                          <a:ea typeface="Arial"/>
                          <a:cs typeface="Arial"/>
                        </a:rPr>
                        <a:t>36,00</a:t>
                      </a:r>
                    </a:p>
                  </a:txBody>
                  <a:tcPr marL="91440" marR="91440" marT="45720" marB="45720" anchor="ctr">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2100" b="0">
                          <a:solidFill>
                            <a:srgbClr val="F4F8FF"/>
                          </a:solidFill>
                          <a:latin typeface="Arial"/>
                          <a:ea typeface="Arial"/>
                          <a:cs typeface="Arial"/>
                        </a:rPr>
                        <a:t>25</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r h="514350">
                <a:tc>
                  <a:txBody>
                    <a:bodyPr lIns="76200" tIns="76200" rIns="76200" bIns="76200"/>
                    <a:lstStyle/>
                    <a:p>
                      <a:pPr algn="l"/>
                      <a:r>
                        <a:rPr sz="2100" b="0">
                          <a:solidFill>
                            <a:srgbClr val="F4F8FF"/>
                          </a:solidFill>
                          <a:latin typeface="Arial"/>
                          <a:ea typeface="Arial"/>
                          <a:cs typeface="Arial"/>
                        </a:rPr>
                        <a:t>K3</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100" b="0">
                          <a:solidFill>
                            <a:srgbClr val="F4F8FF"/>
                          </a:solidFill>
                          <a:latin typeface="Arial"/>
                          <a:ea typeface="Arial"/>
                          <a:cs typeface="Arial"/>
                        </a:rPr>
                        <a:t>45,95</a:t>
                      </a:r>
                    </a:p>
                  </a:txBody>
                  <a:tcPr marL="91440" marR="91440" marT="45720" marB="45720" anchor="ctr">
                    <a:lnR w="9525">
                      <a:solidFill>
                        <a:srgbClr val="355271"/>
                      </a:solidFill>
                      <a:prstDash val="solid"/>
                    </a:lnR>
                    <a:lnB w="9525">
                      <a:solidFill>
                        <a:srgbClr val="355271"/>
                      </a:solidFill>
                      <a:prstDash val="solid"/>
                    </a:lnB>
                    <a:solidFill>
                      <a:srgbClr val="102A4B"/>
                    </a:solidFill>
                  </a:tcPr>
                </a:tc>
                <a:tc>
                  <a:txBody>
                    <a:bodyPr lIns="76200" tIns="76200" rIns="76200" bIns="76200"/>
                    <a:lstStyle/>
                    <a:p>
                      <a:pPr algn="ctr"/>
                      <a:r>
                        <a:rPr sz="2100" b="0">
                          <a:solidFill>
                            <a:srgbClr val="F4F8FF"/>
                          </a:solidFill>
                          <a:latin typeface="Arial"/>
                          <a:ea typeface="Arial"/>
                          <a:cs typeface="Arial"/>
                        </a:rPr>
                        <a:t>25</a:t>
                      </a:r>
                    </a:p>
                  </a:txBody>
                  <a:tcPr marL="91440" marR="91440" marT="45720" marB="45720" anchor="ctr">
                    <a:lnR w="9525">
                      <a:solidFill>
                        <a:srgbClr val="355271"/>
                      </a:solidFill>
                      <a:prstDash val="solid"/>
                    </a:lnR>
                    <a:lnB w="9525">
                      <a:solidFill>
                        <a:srgbClr val="355271"/>
                      </a:solidFill>
                      <a:prstDash val="solid"/>
                    </a:lnB>
                    <a:solidFill>
                      <a:srgbClr val="102A4B"/>
                    </a:solidFill>
                  </a:tcPr>
                </a:tc>
              </a:tr>
              <a:tr h="514350">
                <a:tc>
                  <a:txBody>
                    <a:bodyPr lIns="76200" tIns="76200" rIns="76200" bIns="76200"/>
                    <a:lstStyle/>
                    <a:p>
                      <a:pPr algn="l"/>
                      <a:r>
                        <a:rPr sz="2100" b="0">
                          <a:solidFill>
                            <a:srgbClr val="F4F8FF"/>
                          </a:solidFill>
                          <a:latin typeface="Arial"/>
                          <a:ea typeface="Arial"/>
                          <a:cs typeface="Arial"/>
                        </a:rPr>
                        <a:t>K4</a:t>
                      </a:r>
                    </a:p>
                  </a:txBody>
                  <a:tcPr marL="91440" marR="91440" marT="45720" marB="45720" anchor="ctr">
                    <a:lnL w="9525">
                      <a:solidFill>
                        <a:srgbClr val="355271"/>
                      </a:solidFill>
                      <a:prstDash val="solid"/>
                    </a:lnL>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2100" b="0">
                          <a:solidFill>
                            <a:srgbClr val="F4F8FF"/>
                          </a:solidFill>
                          <a:latin typeface="Arial"/>
                          <a:ea typeface="Arial"/>
                          <a:cs typeface="Arial"/>
                        </a:rPr>
                        <a:t>55,93</a:t>
                      </a:r>
                    </a:p>
                  </a:txBody>
                  <a:tcPr marL="91440" marR="91440" marT="45720" marB="45720" anchor="ctr">
                    <a:lnR w="9525">
                      <a:solidFill>
                        <a:srgbClr val="355271"/>
                      </a:solidFill>
                      <a:prstDash val="solid"/>
                    </a:lnR>
                    <a:lnB w="9525">
                      <a:solidFill>
                        <a:srgbClr val="355271"/>
                      </a:solidFill>
                      <a:prstDash val="solid"/>
                    </a:lnB>
                    <a:solidFill>
                      <a:srgbClr val="153453"/>
                    </a:solidFill>
                  </a:tcPr>
                </a:tc>
                <a:tc>
                  <a:txBody>
                    <a:bodyPr lIns="76200" tIns="76200" rIns="76200" bIns="76200"/>
                    <a:lstStyle/>
                    <a:p>
                      <a:pPr algn="ctr"/>
                      <a:r>
                        <a:rPr sz="2100" b="0">
                          <a:solidFill>
                            <a:srgbClr val="F4F8FF"/>
                          </a:solidFill>
                          <a:latin typeface="Arial"/>
                          <a:ea typeface="Arial"/>
                          <a:cs typeface="Arial"/>
                        </a:rPr>
                        <a:t>25</a:t>
                      </a:r>
                    </a:p>
                  </a:txBody>
                  <a:tcPr marL="91440" marR="91440" marT="45720" marB="45720" anchor="ctr">
                    <a:lnR w="9525">
                      <a:solidFill>
                        <a:srgbClr val="355271"/>
                      </a:solidFill>
                      <a:prstDash val="solid"/>
                    </a:lnR>
                    <a:lnB w="9525">
                      <a:solidFill>
                        <a:srgbClr val="355271"/>
                      </a:solidFill>
                      <a:prstDash val="solid"/>
                    </a:lnB>
                    <a:solidFill>
                      <a:srgbClr val="153453"/>
                    </a:solidFill>
                  </a:tcPr>
                </a:tc>
              </a:tr>
            </a:tbl>
          </a:graphicData>
        </a:graphic>
      </p:graphicFrame>
      <p:sp>
        <p:nvSpPr>
          <p:cNvPr id="7" name="total">
            <a:extLst xmlns:a="http://schemas.openxmlformats.org/drawingml/2006/main">
              <a:ext uri="{FF2B5EF4-FFF2-40B4-BE49-F238E27FC236}">
                <a16:creationId xmlns:a16="http://schemas.microsoft.com/office/drawing/2014/main" id="{AC6C0190-151D-4925-BB50-BF1CAED65322}"/>
              </a:ext>
            </a:extLst>
          </p:cNvPr>
          <p:cNvSpPr>
            <a:spLocks xmlns:a="http://schemas.openxmlformats.org/drawingml/2006/main" noGrp="1"/>
          </p:cNvSpPr>
          <p:nvPr/>
        </p:nvSpPr>
        <p:spPr>
          <a:xfrm xmlns:a="http://schemas.openxmlformats.org/drawingml/2006/main">
            <a:off x="5829300" y="4629150"/>
            <a:ext cx="5715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5DDFFF"/>
                </a:solidFill>
                <a:latin typeface="Arial"/>
                <a:ea typeface="Arial"/>
                <a:cs typeface="Arial"/>
              </a:defRPr>
            </a:defPPr>
            <a:lvl1pPr algn="l">
              <a:defRPr sz="4500" b="1">
                <a:solidFill>
                  <a:srgbClr val="5DDFFF"/>
                </a:solidFill>
                <a:latin typeface="Arial"/>
                <a:ea typeface="Arial"/>
                <a:cs typeface="Arial"/>
              </a:defRPr>
            </a:lvl1pPr>
            <a:lvl2pPr algn="l">
              <a:defRPr sz="4500" b="1">
                <a:solidFill>
                  <a:srgbClr val="5DDFFF"/>
                </a:solidFill>
                <a:latin typeface="Arial"/>
                <a:ea typeface="Arial"/>
                <a:cs typeface="Arial"/>
              </a:defRPr>
            </a:lvl2pPr>
            <a:lvl3pPr algn="l">
              <a:defRPr sz="4500" b="1">
                <a:solidFill>
                  <a:srgbClr val="5DDFFF"/>
                </a:solidFill>
                <a:latin typeface="Arial"/>
                <a:ea typeface="Arial"/>
                <a:cs typeface="Arial"/>
              </a:defRPr>
            </a:lvl3pPr>
            <a:lvl4pPr algn="l">
              <a:defRPr sz="4500" b="1">
                <a:solidFill>
                  <a:srgbClr val="5DDFFF"/>
                </a:solidFill>
                <a:latin typeface="Arial"/>
                <a:ea typeface="Arial"/>
                <a:cs typeface="Arial"/>
              </a:defRPr>
            </a:lvl4pPr>
            <a:lvl5pPr algn="l">
              <a:defRPr sz="4500" b="1">
                <a:solidFill>
                  <a:srgbClr val="5DDFFF"/>
                </a:solidFill>
                <a:latin typeface="Arial"/>
                <a:ea typeface="Arial"/>
                <a:cs typeface="Arial"/>
              </a:defRPr>
            </a:lvl5pPr>
            <a:lvl6pPr algn="l">
              <a:defRPr sz="4500" b="1">
                <a:solidFill>
                  <a:srgbClr val="5DDFFF"/>
                </a:solidFill>
                <a:latin typeface="Arial"/>
                <a:ea typeface="Arial"/>
                <a:cs typeface="Arial"/>
              </a:defRPr>
            </a:lvl6pPr>
            <a:lvl7pPr algn="l">
              <a:defRPr sz="4500" b="1">
                <a:solidFill>
                  <a:srgbClr val="5DDFFF"/>
                </a:solidFill>
                <a:latin typeface="Arial"/>
                <a:ea typeface="Arial"/>
                <a:cs typeface="Arial"/>
              </a:defRPr>
            </a:lvl7pPr>
            <a:lvl8pPr algn="l">
              <a:defRPr sz="4500" b="1">
                <a:solidFill>
                  <a:srgbClr val="5DDFFF"/>
                </a:solidFill>
                <a:latin typeface="Arial"/>
                <a:ea typeface="Arial"/>
                <a:cs typeface="Arial"/>
              </a:defRPr>
            </a:lvl8pPr>
            <a:lvl9pPr algn="l">
              <a:defRPr sz="4500" b="1">
                <a:solidFill>
                  <a:srgbClr val="5DDFFF"/>
                </a:solidFill>
                <a:latin typeface="Arial"/>
                <a:ea typeface="Arial"/>
                <a:cs typeface="Arial"/>
              </a:defRPr>
            </a:lvl9pPr>
          </a:lstStyle>
          <a:p xmlns:a="http://schemas.openxmlformats.org/drawingml/2006/main">
            <a:pPr algn="l">
              <a:defRPr sz="4500" b="1">
                <a:solidFill>
                  <a:srgbClr val="5DDFFF"/>
                </a:solidFill>
                <a:latin typeface="Arial"/>
                <a:ea typeface="Arial"/>
                <a:cs typeface="Arial"/>
              </a:defRPr>
            </a:pPr>
            <a:r>
              <a:rPr sz="4500" b="1">
                <a:solidFill>
                  <a:srgbClr val="5DDFFF"/>
                </a:solidFill>
                <a:latin typeface="Arial"/>
                <a:ea typeface="Arial"/>
                <a:cs typeface="Arial"/>
              </a:rPr>
              <a:t>100 koin</a:t>
            </a:r>
          </a:p>
        </p:txBody>
      </p:sp>
      <p:sp>
        <p:nvSpPr>
          <p:cNvPr id="8" name="validasi">
            <a:extLst xmlns:a="http://schemas.openxmlformats.org/drawingml/2006/main">
              <a:ext uri="{FF2B5EF4-FFF2-40B4-BE49-F238E27FC236}">
                <a16:creationId xmlns:a16="http://schemas.microsoft.com/office/drawing/2014/main" id="{CCC28719-7723-40B2-9F4D-AB547A7CF821}"/>
              </a:ext>
            </a:extLst>
          </p:cNvPr>
          <p:cNvSpPr>
            <a:spLocks xmlns:a="http://schemas.openxmlformats.org/drawingml/2006/main" noGrp="1"/>
          </p:cNvSpPr>
          <p:nvPr/>
        </p:nvSpPr>
        <p:spPr>
          <a:xfrm xmlns:a="http://schemas.openxmlformats.org/drawingml/2006/main">
            <a:off x="5829300" y="5562600"/>
            <a:ext cx="571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a:solidFill>
                  <a:srgbClr val="BCD0EB"/>
                </a:solidFill>
                <a:latin typeface="Arial"/>
                <a:ea typeface="Arial"/>
                <a:cs typeface="Arial"/>
              </a:defRPr>
            </a:defPPr>
            <a:lvl1pPr algn="l">
              <a:defRPr sz="2100">
                <a:solidFill>
                  <a:srgbClr val="BCD0EB"/>
                </a:solidFill>
                <a:latin typeface="Arial"/>
                <a:ea typeface="Arial"/>
                <a:cs typeface="Arial"/>
              </a:defRPr>
            </a:lvl1pPr>
            <a:lvl2pPr algn="l">
              <a:defRPr sz="2100">
                <a:solidFill>
                  <a:srgbClr val="BCD0EB"/>
                </a:solidFill>
                <a:latin typeface="Arial"/>
                <a:ea typeface="Arial"/>
                <a:cs typeface="Arial"/>
              </a:defRPr>
            </a:lvl2pPr>
            <a:lvl3pPr algn="l">
              <a:defRPr sz="2100">
                <a:solidFill>
                  <a:srgbClr val="BCD0EB"/>
                </a:solidFill>
                <a:latin typeface="Arial"/>
                <a:ea typeface="Arial"/>
                <a:cs typeface="Arial"/>
              </a:defRPr>
            </a:lvl3pPr>
            <a:lvl4pPr algn="l">
              <a:defRPr sz="2100">
                <a:solidFill>
                  <a:srgbClr val="BCD0EB"/>
                </a:solidFill>
                <a:latin typeface="Arial"/>
                <a:ea typeface="Arial"/>
                <a:cs typeface="Arial"/>
              </a:defRPr>
            </a:lvl4pPr>
            <a:lvl5pPr algn="l">
              <a:defRPr sz="2100">
                <a:solidFill>
                  <a:srgbClr val="BCD0EB"/>
                </a:solidFill>
                <a:latin typeface="Arial"/>
                <a:ea typeface="Arial"/>
                <a:cs typeface="Arial"/>
              </a:defRPr>
            </a:lvl5pPr>
            <a:lvl6pPr algn="l">
              <a:defRPr sz="2100">
                <a:solidFill>
                  <a:srgbClr val="BCD0EB"/>
                </a:solidFill>
                <a:latin typeface="Arial"/>
                <a:ea typeface="Arial"/>
                <a:cs typeface="Arial"/>
              </a:defRPr>
            </a:lvl6pPr>
            <a:lvl7pPr algn="l">
              <a:defRPr sz="2100">
                <a:solidFill>
                  <a:srgbClr val="BCD0EB"/>
                </a:solidFill>
                <a:latin typeface="Arial"/>
                <a:ea typeface="Arial"/>
                <a:cs typeface="Arial"/>
              </a:defRPr>
            </a:lvl7pPr>
            <a:lvl8pPr algn="l">
              <a:defRPr sz="2100">
                <a:solidFill>
                  <a:srgbClr val="BCD0EB"/>
                </a:solidFill>
                <a:latin typeface="Arial"/>
                <a:ea typeface="Arial"/>
                <a:cs typeface="Arial"/>
              </a:defRPr>
            </a:lvl8pPr>
            <a:lvl9pPr algn="l">
              <a:defRPr sz="2100">
                <a:solidFill>
                  <a:srgbClr val="BCD0EB"/>
                </a:solidFill>
                <a:latin typeface="Arial"/>
                <a:ea typeface="Arial"/>
                <a:cs typeface="Arial"/>
              </a:defRPr>
            </a:lvl9pPr>
          </a:lstStyle>
          <a:p xmlns:a="http://schemas.openxmlformats.org/drawingml/2006/main">
            <a:pPr algn="l">
              <a:defRPr sz="2100">
                <a:solidFill>
                  <a:srgbClr val="BCD0EB"/>
                </a:solidFill>
                <a:latin typeface="Arial"/>
                <a:ea typeface="Arial"/>
                <a:cs typeface="Arial"/>
              </a:defRPr>
            </a:pPr>
            <a:r>
              <a:rPr sz="2100">
                <a:solidFill>
                  <a:srgbClr val="BCD0EB"/>
                </a:solidFill>
                <a:latin typeface="Arial"/>
                <a:ea typeface="Arial"/>
                <a:cs typeface="Arial"/>
              </a:rPr>
              <a:t>4 kelompok, masing-masing 25</a:t>
            </a:r>
          </a:p>
          <a:p xmlns:a="http://schemas.openxmlformats.org/drawingml/2006/main">
            <a:pPr algn="l">
              <a:defRPr sz="2100">
                <a:solidFill>
                  <a:srgbClr val="BCD0EB"/>
                </a:solidFill>
                <a:latin typeface="Arial"/>
                <a:ea typeface="Arial"/>
                <a:cs typeface="Arial"/>
              </a:defRPr>
            </a:pPr>
            <a:r>
              <a:rPr sz="2100">
                <a:solidFill>
                  <a:srgbClr val="BCD0EB"/>
                </a:solidFill>
                <a:latin typeface="Arial"/>
                <a:ea typeface="Arial"/>
                <a:cs typeface="Arial"/>
              </a:rPr>
              <a:t>5 pengujian koin lulus</a:t>
            </a:r>
          </a:p>
        </p:txBody>
      </p:sp>
    </p:spTree>
    <p:extLst>
      <p:ext uri="{BB962C8B-B14F-4D97-AF65-F5344CB8AC3E}">
        <p14:creationId xmlns:p14="http://schemas.microsoft.com/office/powerpoint/2010/main" val="1012703755"/>
      </p:ext>
    </p:extLst>
  </p:cSld>
</p:sld>
</file>

<file path=ppt/slides/slide11.xml><?xml version="1.0" encoding="utf-8"?>
<p:sld xmlns:p="http://schemas.openxmlformats.org/presentationml/2006/main">
  <p:cSld>
    <p:bg>
      <p:bgPr>
        <a:solidFill xmlns:a="http://schemas.openxmlformats.org/drawingml/2006/main">
          <a:srgbClr val="03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5C3B1F6-5A26-4B48-8F7E-7CDF4E0ED513}"/>
              </a:ext>
            </a:extLst>
          </p:cNvPr>
          <p:cNvPicPr>
            <a:picLocks xmlns:a="http://schemas.openxmlformats.org/drawingml/2006/main" noChangeAspect="1"/>
          </p:cNvPicPr>
          <p:nvPr/>
        </p:nvPicPr>
        <p:blipFill>
          <a:blip xmlns:r="http://schemas.openxmlformats.org/officeDocument/2006/relationships" xmlns:a="http://schemas.openxmlformats.org/drawingml/2006/main" r:embed="R01f3d34ea32141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nomor-slide">
            <a:extLst xmlns:a="http://schemas.openxmlformats.org/drawingml/2006/main">
              <a:ext uri="{FF2B5EF4-FFF2-40B4-BE49-F238E27FC236}">
                <a16:creationId xmlns:a16="http://schemas.microsoft.com/office/drawing/2014/main" id="{80EA9678-9408-48A5-A5A5-23577D5216F3}"/>
              </a:ext>
            </a:extLst>
          </p:cNvPr>
          <p:cNvSpPr>
            <a:spLocks xmlns:a="http://schemas.openxmlformats.org/drawingml/2006/main" noGrp="1"/>
          </p:cNvSpPr>
          <p:nvPr/>
        </p:nvSpPr>
        <p:spPr>
          <a:xfrm xmlns:a="http://schemas.openxmlformats.org/drawingml/2006/main">
            <a:off x="10553700" y="64293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a:solidFill>
                  <a:srgbClr val="BCD0EB"/>
                </a:solidFill>
                <a:latin typeface="Arial"/>
                <a:ea typeface="Arial"/>
                <a:cs typeface="Arial"/>
              </a:defRPr>
            </a:defPPr>
            <a:lvl1pPr algn="r">
              <a:defRPr sz="1650">
                <a:solidFill>
                  <a:srgbClr val="BCD0EB"/>
                </a:solidFill>
                <a:latin typeface="Arial"/>
                <a:ea typeface="Arial"/>
                <a:cs typeface="Arial"/>
              </a:defRPr>
            </a:lvl1pPr>
            <a:lvl2pPr algn="r">
              <a:defRPr sz="1650">
                <a:solidFill>
                  <a:srgbClr val="BCD0EB"/>
                </a:solidFill>
                <a:latin typeface="Arial"/>
                <a:ea typeface="Arial"/>
                <a:cs typeface="Arial"/>
              </a:defRPr>
            </a:lvl2pPr>
            <a:lvl3pPr algn="r">
              <a:defRPr sz="1650">
                <a:solidFill>
                  <a:srgbClr val="BCD0EB"/>
                </a:solidFill>
                <a:latin typeface="Arial"/>
                <a:ea typeface="Arial"/>
                <a:cs typeface="Arial"/>
              </a:defRPr>
            </a:lvl3pPr>
            <a:lvl4pPr algn="r">
              <a:defRPr sz="1650">
                <a:solidFill>
                  <a:srgbClr val="BCD0EB"/>
                </a:solidFill>
                <a:latin typeface="Arial"/>
                <a:ea typeface="Arial"/>
                <a:cs typeface="Arial"/>
              </a:defRPr>
            </a:lvl4pPr>
            <a:lvl5pPr algn="r">
              <a:defRPr sz="1650">
                <a:solidFill>
                  <a:srgbClr val="BCD0EB"/>
                </a:solidFill>
                <a:latin typeface="Arial"/>
                <a:ea typeface="Arial"/>
                <a:cs typeface="Arial"/>
              </a:defRPr>
            </a:lvl5pPr>
            <a:lvl6pPr algn="r">
              <a:defRPr sz="1650">
                <a:solidFill>
                  <a:srgbClr val="BCD0EB"/>
                </a:solidFill>
                <a:latin typeface="Arial"/>
                <a:ea typeface="Arial"/>
                <a:cs typeface="Arial"/>
              </a:defRPr>
            </a:lvl6pPr>
            <a:lvl7pPr algn="r">
              <a:defRPr sz="1650">
                <a:solidFill>
                  <a:srgbClr val="BCD0EB"/>
                </a:solidFill>
                <a:latin typeface="Arial"/>
                <a:ea typeface="Arial"/>
                <a:cs typeface="Arial"/>
              </a:defRPr>
            </a:lvl7pPr>
            <a:lvl8pPr algn="r">
              <a:defRPr sz="1650">
                <a:solidFill>
                  <a:srgbClr val="BCD0EB"/>
                </a:solidFill>
                <a:latin typeface="Arial"/>
                <a:ea typeface="Arial"/>
                <a:cs typeface="Arial"/>
              </a:defRPr>
            </a:lvl8pPr>
            <a:lvl9pPr algn="r">
              <a:defRPr sz="1650">
                <a:solidFill>
                  <a:srgbClr val="BCD0EB"/>
                </a:solidFill>
                <a:latin typeface="Arial"/>
                <a:ea typeface="Arial"/>
                <a:cs typeface="Arial"/>
              </a:defRPr>
            </a:lvl9pPr>
          </a:lstStyle>
          <a:p xmlns:a="http://schemas.openxmlformats.org/drawingml/2006/main">
            <a:pPr algn="r">
              <a:defRPr sz="1650">
                <a:solidFill>
                  <a:srgbClr val="BCD0EB"/>
                </a:solidFill>
                <a:latin typeface="Arial"/>
                <a:ea typeface="Arial"/>
                <a:cs typeface="Arial"/>
              </a:defRPr>
            </a:pPr>
            <a:r>
              <a:rPr sz="1650">
                <a:solidFill>
                  <a:srgbClr val="BCD0EB"/>
                </a:solidFill>
                <a:latin typeface="Arial"/>
                <a:ea typeface="Arial"/>
                <a:cs typeface="Arial"/>
              </a:rPr>
              <a:t>11 / 11</a:t>
            </a:r>
          </a:p>
        </p:txBody>
      </p:sp>
      <p:sp>
        <p:nvSpPr>
          <p:cNvPr id="4" name="penutup">
            <a:extLst xmlns:a="http://schemas.openxmlformats.org/drawingml/2006/main">
              <a:ext uri="{FF2B5EF4-FFF2-40B4-BE49-F238E27FC236}">
                <a16:creationId xmlns:a16="http://schemas.microsoft.com/office/drawing/2014/main" id="{E9C3B6F4-5878-4669-85B9-CD6650C85840}"/>
              </a:ext>
            </a:extLst>
          </p:cNvPr>
          <p:cNvSpPr>
            <a:spLocks xmlns:a="http://schemas.openxmlformats.org/drawingml/2006/main" noGrp="1"/>
          </p:cNvSpPr>
          <p:nvPr/>
        </p:nvSpPr>
        <p:spPr>
          <a:xfrm xmlns:a="http://schemas.openxmlformats.org/drawingml/2006/main">
            <a:off x="952500" y="2095500"/>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6600" b="1">
                <a:solidFill>
                  <a:srgbClr val="F4F8FF"/>
                </a:solidFill>
                <a:latin typeface="Arial"/>
                <a:ea typeface="Arial"/>
                <a:cs typeface="Arial"/>
              </a:defRPr>
            </a:defPPr>
            <a:lvl1pPr algn="ctr">
              <a:defRPr sz="6600" b="1">
                <a:solidFill>
                  <a:srgbClr val="F4F8FF"/>
                </a:solidFill>
                <a:latin typeface="Arial"/>
                <a:ea typeface="Arial"/>
                <a:cs typeface="Arial"/>
              </a:defRPr>
            </a:lvl1pPr>
            <a:lvl2pPr algn="ctr">
              <a:defRPr sz="6600" b="1">
                <a:solidFill>
                  <a:srgbClr val="F4F8FF"/>
                </a:solidFill>
                <a:latin typeface="Arial"/>
                <a:ea typeface="Arial"/>
                <a:cs typeface="Arial"/>
              </a:defRPr>
            </a:lvl2pPr>
            <a:lvl3pPr algn="ctr">
              <a:defRPr sz="6600" b="1">
                <a:solidFill>
                  <a:srgbClr val="F4F8FF"/>
                </a:solidFill>
                <a:latin typeface="Arial"/>
                <a:ea typeface="Arial"/>
                <a:cs typeface="Arial"/>
              </a:defRPr>
            </a:lvl3pPr>
            <a:lvl4pPr algn="ctr">
              <a:defRPr sz="6600" b="1">
                <a:solidFill>
                  <a:srgbClr val="F4F8FF"/>
                </a:solidFill>
                <a:latin typeface="Arial"/>
                <a:ea typeface="Arial"/>
                <a:cs typeface="Arial"/>
              </a:defRPr>
            </a:lvl4pPr>
            <a:lvl5pPr algn="ctr">
              <a:defRPr sz="6600" b="1">
                <a:solidFill>
                  <a:srgbClr val="F4F8FF"/>
                </a:solidFill>
                <a:latin typeface="Arial"/>
                <a:ea typeface="Arial"/>
                <a:cs typeface="Arial"/>
              </a:defRPr>
            </a:lvl5pPr>
            <a:lvl6pPr algn="ctr">
              <a:defRPr sz="6600" b="1">
                <a:solidFill>
                  <a:srgbClr val="F4F8FF"/>
                </a:solidFill>
                <a:latin typeface="Arial"/>
                <a:ea typeface="Arial"/>
                <a:cs typeface="Arial"/>
              </a:defRPr>
            </a:lvl6pPr>
            <a:lvl7pPr algn="ctr">
              <a:defRPr sz="6600" b="1">
                <a:solidFill>
                  <a:srgbClr val="F4F8FF"/>
                </a:solidFill>
                <a:latin typeface="Arial"/>
                <a:ea typeface="Arial"/>
                <a:cs typeface="Arial"/>
              </a:defRPr>
            </a:lvl7pPr>
            <a:lvl8pPr algn="ctr">
              <a:defRPr sz="6600" b="1">
                <a:solidFill>
                  <a:srgbClr val="F4F8FF"/>
                </a:solidFill>
                <a:latin typeface="Arial"/>
                <a:ea typeface="Arial"/>
                <a:cs typeface="Arial"/>
              </a:defRPr>
            </a:lvl8pPr>
            <a:lvl9pPr algn="ctr">
              <a:defRPr sz="6600" b="1">
                <a:solidFill>
                  <a:srgbClr val="F4F8FF"/>
                </a:solidFill>
                <a:latin typeface="Arial"/>
                <a:ea typeface="Arial"/>
                <a:cs typeface="Arial"/>
              </a:defRPr>
            </a:lvl9pPr>
          </a:lstStyle>
          <a:p xmlns:a="http://schemas.openxmlformats.org/drawingml/2006/main">
            <a:pPr algn="ctr">
              <a:defRPr sz="6600" b="1">
                <a:solidFill>
                  <a:srgbClr val="F4F8FF"/>
                </a:solidFill>
                <a:latin typeface="Arial"/>
                <a:ea typeface="Arial"/>
                <a:cs typeface="Arial"/>
              </a:defRPr>
            </a:pPr>
            <a:r>
              <a:rPr sz="6600" b="1">
                <a:solidFill>
                  <a:srgbClr val="F4F8FF"/>
                </a:solidFill>
                <a:latin typeface="Arial"/>
                <a:ea typeface="Arial"/>
                <a:cs typeface="Arial"/>
              </a:rPr>
              <a:t>Terima kasih</a:t>
            </a:r>
          </a:p>
        </p:txBody>
      </p:sp>
      <p:sp>
        <p:nvSpPr>
          <p:cNvPr id="5" name="diskusi">
            <a:extLst xmlns:a="http://schemas.openxmlformats.org/drawingml/2006/main">
              <a:ext uri="{FF2B5EF4-FFF2-40B4-BE49-F238E27FC236}">
                <a16:creationId xmlns:a16="http://schemas.microsoft.com/office/drawing/2014/main" id="{544CCEAA-D0F9-43B1-BBE0-6FB322D09152}"/>
              </a:ext>
            </a:extLst>
          </p:cNvPr>
          <p:cNvSpPr>
            <a:spLocks xmlns:a="http://schemas.openxmlformats.org/drawingml/2006/main" noGrp="1"/>
          </p:cNvSpPr>
          <p:nvPr/>
        </p:nvSpPr>
        <p:spPr>
          <a:xfrm xmlns:a="http://schemas.openxmlformats.org/drawingml/2006/main">
            <a:off x="952500" y="3476625"/>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0">
                <a:solidFill>
                  <a:srgbClr val="5DDFFF"/>
                </a:solidFill>
                <a:latin typeface="Arial"/>
                <a:ea typeface="Arial"/>
                <a:cs typeface="Arial"/>
              </a:defRPr>
            </a:defPPr>
            <a:lvl1pPr algn="ctr">
              <a:defRPr sz="2700" b="0">
                <a:solidFill>
                  <a:srgbClr val="5DDFFF"/>
                </a:solidFill>
                <a:latin typeface="Arial"/>
                <a:ea typeface="Arial"/>
                <a:cs typeface="Arial"/>
              </a:defRPr>
            </a:lvl1pPr>
            <a:lvl2pPr algn="ctr">
              <a:defRPr sz="2700" b="0">
                <a:solidFill>
                  <a:srgbClr val="5DDFFF"/>
                </a:solidFill>
                <a:latin typeface="Arial"/>
                <a:ea typeface="Arial"/>
                <a:cs typeface="Arial"/>
              </a:defRPr>
            </a:lvl2pPr>
            <a:lvl3pPr algn="ctr">
              <a:defRPr sz="2700" b="0">
                <a:solidFill>
                  <a:srgbClr val="5DDFFF"/>
                </a:solidFill>
                <a:latin typeface="Arial"/>
                <a:ea typeface="Arial"/>
                <a:cs typeface="Arial"/>
              </a:defRPr>
            </a:lvl3pPr>
            <a:lvl4pPr algn="ctr">
              <a:defRPr sz="2700" b="0">
                <a:solidFill>
                  <a:srgbClr val="5DDFFF"/>
                </a:solidFill>
                <a:latin typeface="Arial"/>
                <a:ea typeface="Arial"/>
                <a:cs typeface="Arial"/>
              </a:defRPr>
            </a:lvl4pPr>
            <a:lvl5pPr algn="ctr">
              <a:defRPr sz="2700" b="0">
                <a:solidFill>
                  <a:srgbClr val="5DDFFF"/>
                </a:solidFill>
                <a:latin typeface="Arial"/>
                <a:ea typeface="Arial"/>
                <a:cs typeface="Arial"/>
              </a:defRPr>
            </a:lvl5pPr>
            <a:lvl6pPr algn="ctr">
              <a:defRPr sz="2700" b="0">
                <a:solidFill>
                  <a:srgbClr val="5DDFFF"/>
                </a:solidFill>
                <a:latin typeface="Arial"/>
                <a:ea typeface="Arial"/>
                <a:cs typeface="Arial"/>
              </a:defRPr>
            </a:lvl6pPr>
            <a:lvl7pPr algn="ctr">
              <a:defRPr sz="2700" b="0">
                <a:solidFill>
                  <a:srgbClr val="5DDFFF"/>
                </a:solidFill>
                <a:latin typeface="Arial"/>
                <a:ea typeface="Arial"/>
                <a:cs typeface="Arial"/>
              </a:defRPr>
            </a:lvl7pPr>
            <a:lvl8pPr algn="ctr">
              <a:defRPr sz="2700" b="0">
                <a:solidFill>
                  <a:srgbClr val="5DDFFF"/>
                </a:solidFill>
                <a:latin typeface="Arial"/>
                <a:ea typeface="Arial"/>
                <a:cs typeface="Arial"/>
              </a:defRPr>
            </a:lvl8pPr>
            <a:lvl9pPr algn="ctr">
              <a:defRPr sz="2700" b="0">
                <a:solidFill>
                  <a:srgbClr val="5DDFFF"/>
                </a:solidFill>
                <a:latin typeface="Arial"/>
                <a:ea typeface="Arial"/>
                <a:cs typeface="Arial"/>
              </a:defRPr>
            </a:lvl9pPr>
          </a:lstStyle>
          <a:p xmlns:a="http://schemas.openxmlformats.org/drawingml/2006/main">
            <a:pPr algn="ctr">
              <a:defRPr sz="2700" b="0">
                <a:solidFill>
                  <a:srgbClr val="5DDFFF"/>
                </a:solidFill>
                <a:latin typeface="Arial"/>
                <a:ea typeface="Arial"/>
                <a:cs typeface="Arial"/>
              </a:defRPr>
            </a:pPr>
            <a:r>
              <a:rPr sz="2700" b="0">
                <a:solidFill>
                  <a:srgbClr val="5DDFFF"/>
                </a:solidFill>
                <a:latin typeface="Arial"/>
                <a:ea typeface="Arial"/>
                <a:cs typeface="Arial"/>
              </a:rPr>
              <a:t>Diskusi dan tanya jawab</a:t>
            </a:r>
          </a:p>
        </p:txBody>
      </p:sp>
      <p:sp>
        <p:nvSpPr>
          <p:cNvPr id="6" name="kelompok">
            <a:extLst xmlns:a="http://schemas.openxmlformats.org/drawingml/2006/main">
              <a:ext uri="{FF2B5EF4-FFF2-40B4-BE49-F238E27FC236}">
                <a16:creationId xmlns:a16="http://schemas.microsoft.com/office/drawing/2014/main" id="{6EA412A8-D6EC-43BD-8EED-CD77977949D7}"/>
              </a:ext>
            </a:extLst>
          </p:cNvPr>
          <p:cNvSpPr>
            <a:spLocks xmlns:a="http://schemas.openxmlformats.org/drawingml/2006/main" noGrp="1"/>
          </p:cNvSpPr>
          <p:nvPr/>
        </p:nvSpPr>
        <p:spPr>
          <a:xfrm xmlns:a="http://schemas.openxmlformats.org/drawingml/2006/main">
            <a:off x="952500" y="461962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a:solidFill>
                  <a:srgbClr val="BCD0EB"/>
                </a:solidFill>
                <a:latin typeface="Arial"/>
                <a:ea typeface="Arial"/>
                <a:cs typeface="Arial"/>
              </a:defRPr>
            </a:defPPr>
            <a:lvl1pPr algn="ctr">
              <a:defRPr sz="2100" b="0">
                <a:solidFill>
                  <a:srgbClr val="BCD0EB"/>
                </a:solidFill>
                <a:latin typeface="Arial"/>
                <a:ea typeface="Arial"/>
                <a:cs typeface="Arial"/>
              </a:defRPr>
            </a:lvl1pPr>
            <a:lvl2pPr algn="ctr">
              <a:defRPr sz="2100" b="0">
                <a:solidFill>
                  <a:srgbClr val="BCD0EB"/>
                </a:solidFill>
                <a:latin typeface="Arial"/>
                <a:ea typeface="Arial"/>
                <a:cs typeface="Arial"/>
              </a:defRPr>
            </a:lvl2pPr>
            <a:lvl3pPr algn="ctr">
              <a:defRPr sz="2100" b="0">
                <a:solidFill>
                  <a:srgbClr val="BCD0EB"/>
                </a:solidFill>
                <a:latin typeface="Arial"/>
                <a:ea typeface="Arial"/>
                <a:cs typeface="Arial"/>
              </a:defRPr>
            </a:lvl3pPr>
            <a:lvl4pPr algn="ctr">
              <a:defRPr sz="2100" b="0">
                <a:solidFill>
                  <a:srgbClr val="BCD0EB"/>
                </a:solidFill>
                <a:latin typeface="Arial"/>
                <a:ea typeface="Arial"/>
                <a:cs typeface="Arial"/>
              </a:defRPr>
            </a:lvl4pPr>
            <a:lvl5pPr algn="ctr">
              <a:defRPr sz="2100" b="0">
                <a:solidFill>
                  <a:srgbClr val="BCD0EB"/>
                </a:solidFill>
                <a:latin typeface="Arial"/>
                <a:ea typeface="Arial"/>
                <a:cs typeface="Arial"/>
              </a:defRPr>
            </a:lvl5pPr>
            <a:lvl6pPr algn="ctr">
              <a:defRPr sz="2100" b="0">
                <a:solidFill>
                  <a:srgbClr val="BCD0EB"/>
                </a:solidFill>
                <a:latin typeface="Arial"/>
                <a:ea typeface="Arial"/>
                <a:cs typeface="Arial"/>
              </a:defRPr>
            </a:lvl6pPr>
            <a:lvl7pPr algn="ctr">
              <a:defRPr sz="2100" b="0">
                <a:solidFill>
                  <a:srgbClr val="BCD0EB"/>
                </a:solidFill>
                <a:latin typeface="Arial"/>
                <a:ea typeface="Arial"/>
                <a:cs typeface="Arial"/>
              </a:defRPr>
            </a:lvl7pPr>
            <a:lvl8pPr algn="ctr">
              <a:defRPr sz="2100" b="0">
                <a:solidFill>
                  <a:srgbClr val="BCD0EB"/>
                </a:solidFill>
                <a:latin typeface="Arial"/>
                <a:ea typeface="Arial"/>
                <a:cs typeface="Arial"/>
              </a:defRPr>
            </a:lvl8pPr>
            <a:lvl9pPr algn="ctr">
              <a:defRPr sz="2100" b="0">
                <a:solidFill>
                  <a:srgbClr val="BCD0EB"/>
                </a:solidFill>
                <a:latin typeface="Arial"/>
                <a:ea typeface="Arial"/>
                <a:cs typeface="Arial"/>
              </a:defRPr>
            </a:lvl9pPr>
          </a:lstStyle>
          <a:p xmlns:a="http://schemas.openxmlformats.org/drawingml/2006/main">
            <a:pPr algn="ctr">
              <a:defRPr sz="2100" b="0">
                <a:solidFill>
                  <a:srgbClr val="BCD0EB"/>
                </a:solidFill>
                <a:latin typeface="Arial"/>
                <a:ea typeface="Arial"/>
                <a:cs typeface="Arial"/>
              </a:defRPr>
            </a:pPr>
            <a:r>
              <a:rPr sz="2100" b="0">
                <a:solidFill>
                  <a:srgbClr val="BCD0EB"/>
                </a:solidFill>
                <a:latin typeface="Arial"/>
                <a:ea typeface="Arial"/>
                <a:cs typeface="Arial"/>
              </a:rPr>
              <a:t>Kelompok 9</a:t>
            </a:r>
          </a:p>
        </p:txBody>
      </p:sp>
    </p:spTree>
    <p:extLst>
      <p:ext uri="{BB962C8B-B14F-4D97-AF65-F5344CB8AC3E}">
        <p14:creationId xmlns:p14="http://schemas.microsoft.com/office/powerpoint/2010/main" val="2009261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2026-10-21T17:31:55.6430000Z</dcterms:created>
  <dcterms:modified xsi:type="dcterms:W3CDTF">2026-10-21T17:31:55.6430000Z</dcterms:modified>
</coreProperties>
</file>