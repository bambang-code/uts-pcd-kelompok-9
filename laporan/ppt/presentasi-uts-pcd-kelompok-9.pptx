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45 detik. Waktu 00:00–00:45.</a:t>
            </a:r>
          </a:p>
          <a:p>
            <a:endParaRPr/>
          </a:p>
          <a:p>
            <a:r>
              <a:t>Perkenalkan Kelompok 9: Bambang Herlambang, NRP 5803024019, dan Dustin Pranata Wangsawidjaja, NRP 5803024021. Sampaikan bahwa presentasi kelompok disusun untuk tiga soal UTS INF301. Soal 1 membahas selisih LoG, soal 2 membahas segmentasi karakter oleh Dustin pada slide 5–7, dan soal 3 menghitung koin berdasarkan ukuran. Pembagian tugas: Bambang mengerjakan nomor 1 dan 3; Dustin nomor 2.</a:t>
            </a:r>
          </a:p>
          <a:p>
            <a:endParaRPr/>
          </a:p>
          <a:p>
            <a:r>
              <a:t>Kredit logo: Fakultas Teknik UKWMS, https://ft.ukwms.ac.id/. Aset lokal: laporan/latex/images/logo-ukwms.png.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100 detik. Waktu 00:45–02:25.</a:t>
            </a:r>
          </a:p>
          <a:p>
            <a:endParaRPr/>
          </a:p>
          <a:p>
            <a:r>
              <a:t>Tunjuk citra contoh sintetis berukuran 384 × 256 piksel. Program membaca citra, mengubahnya menjadi grayscale dan float64 dalam rentang nol sampai satu. Jelaskan LoG sebagai Gaussian yang diikuti turunan kedua pada arah spasial. Kedua filter menerima citra masukan yang sama. Sigma pertama adalah 0,1 piksel untuk im1, dan sigma kedua 0,2 piksel untuk im2. Mode reflect menangani batas citra. Im2 tidak dihitung dari im1. Pengurangan im1 dikurangi im2 memakai respons asli bertanda, sebelum pembuatan gambar pratinjau. Nilai numerik disimpan ke NPY, kemudian PNG membantu menampilkan hasil. Tegaskan satuan sigma adalah piksel.</a:t>
            </a:r>
          </a:p>
          <a:p>
            <a:endParaRPr/>
          </a:p>
          <a:p>
            <a:r>
              <a:t>Rujukan: https://docs.scipy.org/doc/scipy/reference/generated/scipy.ndimage.gaussian_laplace.html. Implementasi dan aset lokal: soal1/main.py dan soal1/data/citra_uji.png.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110 detik. Waktu 02:25–04:15.</a:t>
            </a:r>
          </a:p>
          <a:p>
            <a:endParaRPr/>
          </a:p>
          <a:p>
            <a:r>
              <a:t>Bandingkan im1, im2, dan hasil. Ketiga PNG memakai rentang tampilan bersama dari minus 200 hingga 200. Nol tampil abu-abu sekitar 128, nilai negatif lebih gelap, dan nilai positif jika ada akan lebih terang. Pada contoh utama ini seluruh respons bernilai negatif, sehingga jangan mengklaim panel menunjukkan dua tanda. Baca tabel rentang: hasil asli sekitar minus 150,006577 hingga minus 13,531345. Perbedaan kecerahan mencerminkan perbedaan besar respons karena skala tampilan sama. NPY mempertahankan data float64 asli. PNG hanya pratinjau dan tidak digunakan untuk pengurangan. Kemiripan respons dengan negatif citra menjadi pengantar bias DC pada slide berikutnya.</a:t>
            </a:r>
          </a:p>
          <a:p>
            <a:endParaRPr/>
          </a:p>
          <a:p>
            <a:r>
              <a:t>Aset lokal: soal1/hasil/im1.png, im2.png, hasil.png, metadata.json, dan berkas 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120 detik. Waktu 04:15–06:15.</a:t>
            </a:r>
          </a:p>
          <a:p>
            <a:endParaRPr/>
          </a:p>
          <a:p>
            <a:r>
              <a:t>LoG kontinu ideal memberi nol pada citra konstan. Namun sigma pada soal jauh lebih kecil daripada jarak satu piksel. Pada SciPy 1.15.3 dengan truncate bawaan empat, sigma 0,1 memberi radius kernel nol. Dalam dua dimensi responsnya menjadi sekitar minus 200 kali intensitas. Gunakan contoh konstan 0,4: im1 minus 80, im2 sekitar minus 19,9962734, dan selisih sekitar minus 60,0037266. Nilai tak nol ini merupakan bias DC akibat sampling kernel diskret, bukan tepi pada citra konstan. Penjelasan tersebut khusus untuk parameter kecil ini, bukan untuk setiap penggunaan LoG. Program tetap mengikuti sigma soal. Tiga tes LoG memeriksa respons analitik, selisih nol saat sigma sama, dan penyimpanan nilai bertanda. Pengujian dua tanda menggunakan sigma tambahan 1 dan 2, sedangkan hasil tugas tetap memakai 0,1 dan 0,2.</a:t>
            </a:r>
          </a:p>
          <a:p>
            <a:endParaRPr/>
          </a:p>
          <a:p>
            <a:r>
              <a:t>Rujukan: https://docs.scipy.org/doc/scipy/reference/generated/scipy.ndimage.gaussian_laplace.html. Bukti lokal: soal1/tests/test_log.py.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100 detik. Waktu 06:15–07:55.</a:t>
            </a:r>
          </a:p>
          <a:p>
            <a:endParaRPr/>
          </a:p>
          <a:p>
            <a:r>
              <a:t>Bagian ini dikerjakan Dustin. Tunjuk citra teks: ZEUS, TWINPEAK, dan ACOSTA memiliki total acuan 18 karakter. Tujuannya memisahkan tiap karakter menjadi berkas gambar, bukan OCR. Program memakai grayscale, ambang Otsu, lalu membalik mask apabila foreground lebih dari setengah citra. Karakter diasumsikan terang, terpisah, dan latarnya seragam. Hasil citra ini sesuai 4+8+6 karakter. Sumber: soal2/main.py, soal2/README.md, soal2/teks.png; dokumen soal UTS INF301 yang diberikan.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100 detik. Waktu 07:55–09:35.</a:t>
            </a:r>
          </a:p>
          <a:p>
            <a:endParaRPr/>
          </a:p>
          <a:p>
            <a:r>
              <a:t>Jelaskan hapus objek kurang dari 10 piksel, label dengan konektivitas 8, lalu regionprops. Bbox menyaring border: tinggi dan lebar region masing-masing harus kurang dari setengah dimensi citra. Region.image hanya memuat mask objek itu, sehingga karakter tetangga di dalam bbox tidak ikut tersalin. Centroid dipakai RANSAC untuk mengelompokkan baris dengan ambang jarak 0,045 kali dimensi terbesar, dua sampel, dan maksimal 2000 percobaan. Baris diurutkan atas ke bawah; karakter kiri ke kanan. Potongan diberi margin hitam tiga piksel. Sumber: soal2/main.py; https://scikit-image.org/docs/stable/api/skimage.measure.html#skimage.measure.regionprops.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100 detik. Waktu 09:35–11:15.</a:t>
            </a:r>
          </a:p>
          <a:p>
            <a:endParaRPr/>
          </a:p>
          <a:p>
            <a:r>
              <a:t>Tunjuk bbox di kiri dan 18 PNG individual di kanan. Setiap potongan tetap mengikuti orientasi asli dan berupa mask biner. Pemeriksaan ulang menunjukkan 18 gambar, masing-masing satu komponen 8 tetangga. Pada 20 pemanggilan pengurutan data yang sama diperoleh urutan yang sama, tetapi kode tidak memasang seed sehingga hasil tersebut bukan jaminan determinisme umum. Batas metode: karakter bersentuhan bergabung, bagian huruf terpisah dapat menjadi beberapa objek, dan pengurutan mengasumsikan baris hampir lurus serta tidak vertikal. Ukuran filter border juga bergantung pada citra. Sumber: soal2/hasil_karakter/ dan soal2/main.py.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120 detik. Waktu 11:15–13:15.</a:t>
            </a:r>
          </a:p>
          <a:p>
            <a:endParaRPr/>
          </a:p>
          <a:p>
            <a:r>
              <a:t>Jelaskan bahwa contoh merupakan citra sintetis seratus koin, bukan foto mata uang nyata. Asumsinya koin terlihat utuh, tidak saling menyentuh, dan berada pada latar seragam. Pengukuran membutuhkan segmentasi terlebih dahulu. Ambang Otsu membagi intensitas menjadi dua kelas. Mayoritas piksel bingkai menentukan kelas latar agar koin terang maupun gelap dapat ditangani, dengan asumsi bingkai didominasi latar. Setelah ambang, program mengisi lubang pada mask supaya detail permukaan tidak mengurangi luas objek. Komponen di bawah 50 piksel persegi disaring sebagai derau kecil. Label delapan tetangga memberi identitas pada setiap komponen. Warna pada gambar label menunjukkan identitas komponen, bukan kelompok ukuran. Satu label mewakili satu koin selama asumsi terpisah terpenuhi. Koin bersentuhan dapat menyatu dan mengganggu penghitungan.</a:t>
            </a:r>
          </a:p>
          <a:p>
            <a:endParaRPr/>
          </a:p>
          <a:p>
            <a:r>
              <a:t>Rujukan: https://scikit-image.org/docs/stable/api/skimage.filters.html#skimage.filters.threshold_otsu. Aset lokal: soal3/hasil/mask_koin.png dan label_koin.png.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120 detik. Waktu 13:15–15:15.</a:t>
            </a:r>
          </a:p>
          <a:p>
            <a:endParaRPr/>
          </a:p>
          <a:p>
            <a:r>
              <a:t>Regionprops mengukur objek yang sudah berlabel. Luas A adalah jumlah piksel objek. Diameter ekuivalen adalah akar empat A dibagi pi, yaitu diameter lingkaran dengan luas yang sama. Centroid menentukan posisi anotasi, sedangkan bounding box menunjukkan batas objek. Diameter diurutkan dari kecil ke besar. Ketika calon koin masuk ke kelompok terakhir, median calon kelompok dihitung ulang. Penggabungan hanya diterima jika seluruh anggota calon kelompok berada paling jauh delapan persen dari median tersebut. Tekankan bahwa pemeriksaan mencakup seluruh anggota, bukan hanya dua diameter bertetangga. Jika gagal, buat kelompok baru. K1 dan seterusnya mengikuti ukuran menaik. Jumlah kelompok tidak dipaksa menjadi empat. Ukuran fisik yang sangat dekat dapat tergabung. Tanpa kalibrasi, satuannya piksel, bukan milimeter atau nominal mata uang. Perspektif juga dapat mengubah perbandingan ukuran.</a:t>
            </a:r>
          </a:p>
          <a:p>
            <a:endParaRPr/>
          </a:p>
          <a:p>
            <a:r>
              <a:t>Rujukan: https://scikit-image.org/docs/stable/api/skimage.measure.html#skimage.measure.regionprops. Implementasi lokal: soal3/main.py.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120 detik. Waktu 15:15–17:15.</a:t>
            </a:r>
          </a:p>
          <a:p>
            <a:endParaRPr/>
          </a:p>
          <a:p>
            <a:r>
              <a:t>Tunjuk anotasi ID dan kelompok ukuran, kemudian baca tabel. K1 sampai K4 masing-masing berisi 25 koin sehingga totalnya 100. Median diameter terukur sekitar 25,85; 36,00; 45,95; dan 55,93 piksel. Acuan pembangkit adalah 26, 36, 46, dan 56 piksel. Perbedaan kecil muncul akibat rasterisasi dan segmentasi batas. Metadata pembangkit hanya digunakan untuk validasi setelah deteksi, bukan masukan algoritma. Expected-count hanya memberi peringatan, sehingga jumlah 100 tidak dipaksakan. Lima tes koin memeriksa kecocokan terhadap acuan, inversi latar, resolusi setengah, lubang dan derau kecil pada contoh sembilan koin, serta masukan seragam atau kosong. Contoh sembilan koin menunjukkan program tetap menghitung objek yang ditemukan. Keberhasilan pada data sintetis tidak menjamin setiap foto nyata. Tidak ada demo langsung yang dialokasikan pada susunan 11 slide ini.</a:t>
            </a:r>
          </a:p>
          <a:p>
            <a:endParaRPr/>
          </a:p>
          <a:p>
            <a:r>
              <a:t>Aset dan bukti lokal: soal3/hasil/anotasi_koin.png, ringkasan.json, objek_koin.csv, dan soal3/tests/test_koin.py.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165 detik. Waktu 17:15–20:00.</a:t>
            </a:r>
          </a:p>
          <a:p>
            <a:endParaRPr/>
          </a:p>
          <a:p>
            <a:r>
              <a:t>Gunakan 45 detik untuk mengakhiri paparan. Ringkas lisan hasil soal 1: dua respons LoG dengan sigma sesuai soal dan selisih bertanda, disertai keterbatasan sampling. Ringkas soal 3: segmentasi dan regionprops menghasilkan seratus koin dalam empat kelompok, masing-masing 25. Soal 2 menghasilkan 18 gambar karakter individual dari citra yang disertakan. Ucapkan terima kasih. Mulai tanya jawab tepat pada menit 18:00 dan alokasikan dua menit. Saat ditanya akurasi atau ukuran fisik, batasi jawaban sesuai data yang diuji dan kebutuhan kalibrasi. Akhiri pada menit 20:00.</a:t>
            </a:r>
          </a:p>
          <a:p>
            <a:endParaRPr/>
          </a:p>
          <a:p>
            <a:r>
              <a:t>Bahan pendamping: laporan/pdf/laporan-uts-pcd-kelompok-9.pdf dan LAPORAN.md.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A513555-2E6A-4DF0-B8FE-C99930392B7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6A4A8ADF-6B23-4D90-BCD1-96DD684A853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16AAACD-6E00-4181-A4E0-95845945D0B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5C00178-C90C-431C-996B-54D7FEE25A7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7CEECE4-72DA-4021-BDF6-48774627C70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0D9E696-6EEC-4D1F-A056-D94FCDDE13B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02890CD-71AE-4943-A8EB-8BE06ED83CB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7A6B21C-EEC1-43DC-AD02-4C379981715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6E2E572-15EF-4568-AEF3-6C14D0A0B2A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0E2E032-284A-4EF9-91DD-33A80D640A8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3.jpe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7.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C75CD286-28A4-4C5F-8481-DE01F9C8DAAB}"/>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nomor-slide">
            <a:extLst>
              <a:ext uri="{FF2B5EF4-FFF2-40B4-BE49-F238E27FC236}">
                <a16:creationId xmlns:a16="http://schemas.microsoft.com/office/drawing/2014/main" id="{069F4AE2-C60B-47A9-BC54-A375E8F8374A}"/>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endParaRPr/>
          </a:p>
        </p:txBody>
      </p:sp>
      <p:sp>
        <p:nvSpPr>
          <p:cNvPr id="4" name="mata-kuliah">
            <a:extLst>
              <a:ext uri="{FF2B5EF4-FFF2-40B4-BE49-F238E27FC236}">
                <a16:creationId xmlns:a16="http://schemas.microsoft.com/office/drawing/2014/main" id="{BD32841E-1D94-4581-A838-26F1423796D6}"/>
              </a:ext>
            </a:extLst>
          </p:cNvPr>
          <p:cNvSpPr>
            <a:spLocks noGrp="1"/>
          </p:cNvSpPr>
          <p:nvPr/>
        </p:nvSpPr>
        <p:spPr>
          <a:xfrm>
            <a:off x="1524000" y="628650"/>
            <a:ext cx="9144000" cy="400050"/>
          </a:xfrm>
          <a:prstGeom prst="rect">
            <a:avLst/>
          </a:prstGeom>
          <a:noFill/>
          <a:ln w="0">
            <a:noFill/>
            <a:prstDash val="solid"/>
          </a:ln>
        </p:spPr>
        <p:txBody>
          <a:bodyPr wrap="square" lIns="0" tIns="0" rIns="0" bIns="0" anchor="t">
            <a:noAutofit/>
          </a:bodyPr>
          <a:lstStyle>
            <a:defPPr algn="ctr">
              <a:defRPr sz="2100" b="1">
                <a:solidFill>
                  <a:srgbClr val="5DDFFF"/>
                </a:solidFill>
                <a:latin typeface="Arial"/>
                <a:ea typeface="Arial"/>
                <a:cs typeface="Arial"/>
              </a:defRPr>
            </a:defPPr>
            <a:lvl1pPr algn="ctr">
              <a:defRPr sz="2100" b="1">
                <a:solidFill>
                  <a:srgbClr val="5DDFFF"/>
                </a:solidFill>
                <a:latin typeface="Arial"/>
                <a:ea typeface="Arial"/>
                <a:cs typeface="Arial"/>
              </a:defRPr>
            </a:lvl1pPr>
            <a:lvl2pPr algn="ctr">
              <a:defRPr sz="2100" b="1">
                <a:solidFill>
                  <a:srgbClr val="5DDFFF"/>
                </a:solidFill>
                <a:latin typeface="Arial"/>
                <a:ea typeface="Arial"/>
                <a:cs typeface="Arial"/>
              </a:defRPr>
            </a:lvl2pPr>
            <a:lvl3pPr algn="ctr">
              <a:defRPr sz="2100" b="1">
                <a:solidFill>
                  <a:srgbClr val="5DDFFF"/>
                </a:solidFill>
                <a:latin typeface="Arial"/>
                <a:ea typeface="Arial"/>
                <a:cs typeface="Arial"/>
              </a:defRPr>
            </a:lvl3pPr>
            <a:lvl4pPr algn="ctr">
              <a:defRPr sz="2100" b="1">
                <a:solidFill>
                  <a:srgbClr val="5DDFFF"/>
                </a:solidFill>
                <a:latin typeface="Arial"/>
                <a:ea typeface="Arial"/>
                <a:cs typeface="Arial"/>
              </a:defRPr>
            </a:lvl4pPr>
            <a:lvl5pPr algn="ctr">
              <a:defRPr sz="2100" b="1">
                <a:solidFill>
                  <a:srgbClr val="5DDFFF"/>
                </a:solidFill>
                <a:latin typeface="Arial"/>
                <a:ea typeface="Arial"/>
                <a:cs typeface="Arial"/>
              </a:defRPr>
            </a:lvl5pPr>
            <a:lvl6pPr algn="ctr">
              <a:defRPr sz="2100" b="1">
                <a:solidFill>
                  <a:srgbClr val="5DDFFF"/>
                </a:solidFill>
                <a:latin typeface="Arial"/>
                <a:ea typeface="Arial"/>
                <a:cs typeface="Arial"/>
              </a:defRPr>
            </a:lvl6pPr>
            <a:lvl7pPr algn="ctr">
              <a:defRPr sz="2100" b="1">
                <a:solidFill>
                  <a:srgbClr val="5DDFFF"/>
                </a:solidFill>
                <a:latin typeface="Arial"/>
                <a:ea typeface="Arial"/>
                <a:cs typeface="Arial"/>
              </a:defRPr>
            </a:lvl7pPr>
            <a:lvl8pPr algn="ctr">
              <a:defRPr sz="2100" b="1">
                <a:solidFill>
                  <a:srgbClr val="5DDFFF"/>
                </a:solidFill>
                <a:latin typeface="Arial"/>
                <a:ea typeface="Arial"/>
                <a:cs typeface="Arial"/>
              </a:defRPr>
            </a:lvl8pPr>
            <a:lvl9pPr algn="ctr">
              <a:defRPr sz="2100" b="1">
                <a:solidFill>
                  <a:srgbClr val="5DDFFF"/>
                </a:solidFill>
                <a:latin typeface="Arial"/>
                <a:ea typeface="Arial"/>
                <a:cs typeface="Arial"/>
              </a:defRPr>
            </a:lvl9pPr>
          </a:lstStyle>
          <a:p>
            <a:pPr algn="ctr">
              <a:defRPr sz="2100" b="1">
                <a:solidFill>
                  <a:srgbClr val="5DDFFF"/>
                </a:solidFill>
                <a:latin typeface="Arial"/>
                <a:ea typeface="Arial"/>
                <a:cs typeface="Arial"/>
              </a:defRPr>
            </a:pPr>
            <a:r>
              <a:rPr sz="2100" b="1">
                <a:solidFill>
                  <a:srgbClr val="5DDFFF"/>
                </a:solidFill>
                <a:latin typeface="Arial"/>
                <a:ea typeface="Arial"/>
                <a:cs typeface="Arial"/>
              </a:rPr>
              <a:t>UTS INF301</a:t>
            </a:r>
          </a:p>
        </p:txBody>
      </p:sp>
      <p:sp>
        <p:nvSpPr>
          <p:cNvPr id="5" name="judul-1">
            <a:extLst>
              <a:ext uri="{FF2B5EF4-FFF2-40B4-BE49-F238E27FC236}">
                <a16:creationId xmlns:a16="http://schemas.microsoft.com/office/drawing/2014/main" id="{FC06D535-E706-41FA-A380-106E6C0632D6}"/>
              </a:ext>
            </a:extLst>
          </p:cNvPr>
          <p:cNvSpPr>
            <a:spLocks noGrp="1"/>
          </p:cNvSpPr>
          <p:nvPr/>
        </p:nvSpPr>
        <p:spPr>
          <a:xfrm>
            <a:off x="952500" y="1381125"/>
            <a:ext cx="10287000" cy="952500"/>
          </a:xfrm>
          <a:prstGeom prst="rect">
            <a:avLst/>
          </a:prstGeom>
          <a:noFill/>
          <a:ln w="0">
            <a:noFill/>
            <a:prstDash val="solid"/>
          </a:ln>
        </p:spPr>
        <p:txBody>
          <a:bodyPr wrap="square" lIns="0" tIns="0" rIns="0" bIns="0" anchor="t">
            <a:noAutofit/>
          </a:bodyPr>
          <a:lstStyle>
            <a:defPPr algn="ctr">
              <a:defRPr sz="5400" b="1">
                <a:solidFill>
                  <a:srgbClr val="F4F8FF"/>
                </a:solidFill>
                <a:latin typeface="Arial"/>
                <a:ea typeface="Arial"/>
                <a:cs typeface="Arial"/>
              </a:defRPr>
            </a:defPPr>
            <a:lvl1pPr algn="ctr">
              <a:defRPr sz="5400" b="1">
                <a:solidFill>
                  <a:srgbClr val="F4F8FF"/>
                </a:solidFill>
                <a:latin typeface="Arial"/>
                <a:ea typeface="Arial"/>
                <a:cs typeface="Arial"/>
              </a:defRPr>
            </a:lvl1pPr>
            <a:lvl2pPr algn="ctr">
              <a:defRPr sz="5400" b="1">
                <a:solidFill>
                  <a:srgbClr val="F4F8FF"/>
                </a:solidFill>
                <a:latin typeface="Arial"/>
                <a:ea typeface="Arial"/>
                <a:cs typeface="Arial"/>
              </a:defRPr>
            </a:lvl2pPr>
            <a:lvl3pPr algn="ctr">
              <a:defRPr sz="5400" b="1">
                <a:solidFill>
                  <a:srgbClr val="F4F8FF"/>
                </a:solidFill>
                <a:latin typeface="Arial"/>
                <a:ea typeface="Arial"/>
                <a:cs typeface="Arial"/>
              </a:defRPr>
            </a:lvl3pPr>
            <a:lvl4pPr algn="ctr">
              <a:defRPr sz="5400" b="1">
                <a:solidFill>
                  <a:srgbClr val="F4F8FF"/>
                </a:solidFill>
                <a:latin typeface="Arial"/>
                <a:ea typeface="Arial"/>
                <a:cs typeface="Arial"/>
              </a:defRPr>
            </a:lvl4pPr>
            <a:lvl5pPr algn="ctr">
              <a:defRPr sz="5400" b="1">
                <a:solidFill>
                  <a:srgbClr val="F4F8FF"/>
                </a:solidFill>
                <a:latin typeface="Arial"/>
                <a:ea typeface="Arial"/>
                <a:cs typeface="Arial"/>
              </a:defRPr>
            </a:lvl5pPr>
            <a:lvl6pPr algn="ctr">
              <a:defRPr sz="5400" b="1">
                <a:solidFill>
                  <a:srgbClr val="F4F8FF"/>
                </a:solidFill>
                <a:latin typeface="Arial"/>
                <a:ea typeface="Arial"/>
                <a:cs typeface="Arial"/>
              </a:defRPr>
            </a:lvl6pPr>
            <a:lvl7pPr algn="ctr">
              <a:defRPr sz="5400" b="1">
                <a:solidFill>
                  <a:srgbClr val="F4F8FF"/>
                </a:solidFill>
                <a:latin typeface="Arial"/>
                <a:ea typeface="Arial"/>
                <a:cs typeface="Arial"/>
              </a:defRPr>
            </a:lvl7pPr>
            <a:lvl8pPr algn="ctr">
              <a:defRPr sz="5400" b="1">
                <a:solidFill>
                  <a:srgbClr val="F4F8FF"/>
                </a:solidFill>
                <a:latin typeface="Arial"/>
                <a:ea typeface="Arial"/>
                <a:cs typeface="Arial"/>
              </a:defRPr>
            </a:lvl8pPr>
            <a:lvl9pPr algn="ctr">
              <a:defRPr sz="5400" b="1">
                <a:solidFill>
                  <a:srgbClr val="F4F8FF"/>
                </a:solidFill>
                <a:latin typeface="Arial"/>
                <a:ea typeface="Arial"/>
                <a:cs typeface="Arial"/>
              </a:defRPr>
            </a:lvl9pPr>
          </a:lstStyle>
          <a:p>
            <a:pPr algn="ctr">
              <a:defRPr sz="5400" b="1">
                <a:solidFill>
                  <a:srgbClr val="F4F8FF"/>
                </a:solidFill>
                <a:latin typeface="Arial"/>
                <a:ea typeface="Arial"/>
                <a:cs typeface="Arial"/>
              </a:defRPr>
            </a:pPr>
            <a:r>
              <a:rPr sz="5400" b="1">
                <a:solidFill>
                  <a:srgbClr val="F4F8FF"/>
                </a:solidFill>
                <a:latin typeface="Arial"/>
                <a:ea typeface="Arial"/>
                <a:cs typeface="Arial"/>
              </a:rPr>
              <a:t>Pengolahan</a:t>
            </a:r>
          </a:p>
        </p:txBody>
      </p:sp>
      <p:sp>
        <p:nvSpPr>
          <p:cNvPr id="6" name="judul-2">
            <a:extLst>
              <a:ext uri="{FF2B5EF4-FFF2-40B4-BE49-F238E27FC236}">
                <a16:creationId xmlns:a16="http://schemas.microsoft.com/office/drawing/2014/main" id="{61528305-B5A5-4465-90BF-D3E8FA895C3A}"/>
              </a:ext>
            </a:extLst>
          </p:cNvPr>
          <p:cNvSpPr>
            <a:spLocks noGrp="1"/>
          </p:cNvSpPr>
          <p:nvPr/>
        </p:nvSpPr>
        <p:spPr>
          <a:xfrm>
            <a:off x="952500" y="2257425"/>
            <a:ext cx="10287000" cy="1000125"/>
          </a:xfrm>
          <a:prstGeom prst="rect">
            <a:avLst/>
          </a:prstGeom>
          <a:noFill/>
          <a:ln w="0">
            <a:noFill/>
            <a:prstDash val="solid"/>
          </a:ln>
        </p:spPr>
        <p:txBody>
          <a:bodyPr wrap="square" lIns="0" tIns="0" rIns="0" bIns="0" anchor="t">
            <a:noAutofit/>
          </a:bodyPr>
          <a:lstStyle>
            <a:defPPr algn="ctr">
              <a:defRPr sz="5850" b="1">
                <a:solidFill>
                  <a:srgbClr val="5DDFFF"/>
                </a:solidFill>
                <a:latin typeface="Arial"/>
                <a:ea typeface="Arial"/>
                <a:cs typeface="Arial"/>
              </a:defRPr>
            </a:defPPr>
            <a:lvl1pPr algn="ctr">
              <a:defRPr sz="5850" b="1">
                <a:solidFill>
                  <a:srgbClr val="5DDFFF"/>
                </a:solidFill>
                <a:latin typeface="Arial"/>
                <a:ea typeface="Arial"/>
                <a:cs typeface="Arial"/>
              </a:defRPr>
            </a:lvl1pPr>
            <a:lvl2pPr algn="ctr">
              <a:defRPr sz="5850" b="1">
                <a:solidFill>
                  <a:srgbClr val="5DDFFF"/>
                </a:solidFill>
                <a:latin typeface="Arial"/>
                <a:ea typeface="Arial"/>
                <a:cs typeface="Arial"/>
              </a:defRPr>
            </a:lvl2pPr>
            <a:lvl3pPr algn="ctr">
              <a:defRPr sz="5850" b="1">
                <a:solidFill>
                  <a:srgbClr val="5DDFFF"/>
                </a:solidFill>
                <a:latin typeface="Arial"/>
                <a:ea typeface="Arial"/>
                <a:cs typeface="Arial"/>
              </a:defRPr>
            </a:lvl3pPr>
            <a:lvl4pPr algn="ctr">
              <a:defRPr sz="5850" b="1">
                <a:solidFill>
                  <a:srgbClr val="5DDFFF"/>
                </a:solidFill>
                <a:latin typeface="Arial"/>
                <a:ea typeface="Arial"/>
                <a:cs typeface="Arial"/>
              </a:defRPr>
            </a:lvl4pPr>
            <a:lvl5pPr algn="ctr">
              <a:defRPr sz="5850" b="1">
                <a:solidFill>
                  <a:srgbClr val="5DDFFF"/>
                </a:solidFill>
                <a:latin typeface="Arial"/>
                <a:ea typeface="Arial"/>
                <a:cs typeface="Arial"/>
              </a:defRPr>
            </a:lvl5pPr>
            <a:lvl6pPr algn="ctr">
              <a:defRPr sz="5850" b="1">
                <a:solidFill>
                  <a:srgbClr val="5DDFFF"/>
                </a:solidFill>
                <a:latin typeface="Arial"/>
                <a:ea typeface="Arial"/>
                <a:cs typeface="Arial"/>
              </a:defRPr>
            </a:lvl6pPr>
            <a:lvl7pPr algn="ctr">
              <a:defRPr sz="5850" b="1">
                <a:solidFill>
                  <a:srgbClr val="5DDFFF"/>
                </a:solidFill>
                <a:latin typeface="Arial"/>
                <a:ea typeface="Arial"/>
                <a:cs typeface="Arial"/>
              </a:defRPr>
            </a:lvl7pPr>
            <a:lvl8pPr algn="ctr">
              <a:defRPr sz="5850" b="1">
                <a:solidFill>
                  <a:srgbClr val="5DDFFF"/>
                </a:solidFill>
                <a:latin typeface="Arial"/>
                <a:ea typeface="Arial"/>
                <a:cs typeface="Arial"/>
              </a:defRPr>
            </a:lvl8pPr>
            <a:lvl9pPr algn="ctr">
              <a:defRPr sz="5850" b="1">
                <a:solidFill>
                  <a:srgbClr val="5DDFFF"/>
                </a:solidFill>
                <a:latin typeface="Arial"/>
                <a:ea typeface="Arial"/>
                <a:cs typeface="Arial"/>
              </a:defRPr>
            </a:lvl9pPr>
          </a:lstStyle>
          <a:p>
            <a:pPr algn="ctr">
              <a:defRPr sz="5850" b="1">
                <a:solidFill>
                  <a:srgbClr val="5DDFFF"/>
                </a:solidFill>
                <a:latin typeface="Arial"/>
                <a:ea typeface="Arial"/>
                <a:cs typeface="Arial"/>
              </a:defRPr>
            </a:pPr>
            <a:r>
              <a:rPr sz="5850" b="1">
                <a:solidFill>
                  <a:srgbClr val="5DDFFF"/>
                </a:solidFill>
                <a:latin typeface="Arial"/>
                <a:ea typeface="Arial"/>
                <a:cs typeface="Arial"/>
              </a:rPr>
              <a:t>Citra Digital</a:t>
            </a:r>
          </a:p>
        </p:txBody>
      </p:sp>
      <p:sp>
        <p:nvSpPr>
          <p:cNvPr id="7" name="cakupan">
            <a:extLst>
              <a:ext uri="{FF2B5EF4-FFF2-40B4-BE49-F238E27FC236}">
                <a16:creationId xmlns:a16="http://schemas.microsoft.com/office/drawing/2014/main" id="{8114A788-0484-49CA-BBA6-3F4FB01458F1}"/>
              </a:ext>
            </a:extLst>
          </p:cNvPr>
          <p:cNvSpPr>
            <a:spLocks noGrp="1"/>
          </p:cNvSpPr>
          <p:nvPr/>
        </p:nvSpPr>
        <p:spPr>
          <a:xfrm>
            <a:off x="952500" y="3371850"/>
            <a:ext cx="10287000" cy="457200"/>
          </a:xfrm>
          <a:prstGeom prst="rect">
            <a:avLst/>
          </a:prstGeom>
          <a:noFill/>
          <a:ln w="0">
            <a:noFill/>
            <a:prstDash val="solid"/>
          </a:ln>
        </p:spPr>
        <p:txBody>
          <a:bodyPr wrap="square" lIns="0" tIns="0" rIns="0" bIns="0" anchor="t">
            <a:noAutofit/>
          </a:bodyPr>
          <a:lstStyle>
            <a:defPPr algn="ctr">
              <a:defRPr sz="2250" b="0">
                <a:solidFill>
                  <a:srgbClr val="F4F8FF"/>
                </a:solidFill>
                <a:latin typeface="Arial"/>
                <a:ea typeface="Arial"/>
                <a:cs typeface="Arial"/>
              </a:defRPr>
            </a:defPPr>
            <a:lvl1pPr algn="ctr">
              <a:defRPr sz="2250" b="0">
                <a:solidFill>
                  <a:srgbClr val="F4F8FF"/>
                </a:solidFill>
                <a:latin typeface="Arial"/>
                <a:ea typeface="Arial"/>
                <a:cs typeface="Arial"/>
              </a:defRPr>
            </a:lvl1pPr>
            <a:lvl2pPr algn="ctr">
              <a:defRPr sz="2250" b="0">
                <a:solidFill>
                  <a:srgbClr val="F4F8FF"/>
                </a:solidFill>
                <a:latin typeface="Arial"/>
                <a:ea typeface="Arial"/>
                <a:cs typeface="Arial"/>
              </a:defRPr>
            </a:lvl2pPr>
            <a:lvl3pPr algn="ctr">
              <a:defRPr sz="2250" b="0">
                <a:solidFill>
                  <a:srgbClr val="F4F8FF"/>
                </a:solidFill>
                <a:latin typeface="Arial"/>
                <a:ea typeface="Arial"/>
                <a:cs typeface="Arial"/>
              </a:defRPr>
            </a:lvl3pPr>
            <a:lvl4pPr algn="ctr">
              <a:defRPr sz="2250" b="0">
                <a:solidFill>
                  <a:srgbClr val="F4F8FF"/>
                </a:solidFill>
                <a:latin typeface="Arial"/>
                <a:ea typeface="Arial"/>
                <a:cs typeface="Arial"/>
              </a:defRPr>
            </a:lvl4pPr>
            <a:lvl5pPr algn="ctr">
              <a:defRPr sz="2250" b="0">
                <a:solidFill>
                  <a:srgbClr val="F4F8FF"/>
                </a:solidFill>
                <a:latin typeface="Arial"/>
                <a:ea typeface="Arial"/>
                <a:cs typeface="Arial"/>
              </a:defRPr>
            </a:lvl5pPr>
            <a:lvl6pPr algn="ctr">
              <a:defRPr sz="2250" b="0">
                <a:solidFill>
                  <a:srgbClr val="F4F8FF"/>
                </a:solidFill>
                <a:latin typeface="Arial"/>
                <a:ea typeface="Arial"/>
                <a:cs typeface="Arial"/>
              </a:defRPr>
            </a:lvl6pPr>
            <a:lvl7pPr algn="ctr">
              <a:defRPr sz="2250" b="0">
                <a:solidFill>
                  <a:srgbClr val="F4F8FF"/>
                </a:solidFill>
                <a:latin typeface="Arial"/>
                <a:ea typeface="Arial"/>
                <a:cs typeface="Arial"/>
              </a:defRPr>
            </a:lvl7pPr>
            <a:lvl8pPr algn="ctr">
              <a:defRPr sz="2250" b="0">
                <a:solidFill>
                  <a:srgbClr val="F4F8FF"/>
                </a:solidFill>
                <a:latin typeface="Arial"/>
                <a:ea typeface="Arial"/>
                <a:cs typeface="Arial"/>
              </a:defRPr>
            </a:lvl8pPr>
            <a:lvl9pPr algn="ctr">
              <a:defRPr sz="2250" b="0">
                <a:solidFill>
                  <a:srgbClr val="F4F8FF"/>
                </a:solidFill>
                <a:latin typeface="Arial"/>
                <a:ea typeface="Arial"/>
                <a:cs typeface="Arial"/>
              </a:defRPr>
            </a:lvl9pPr>
          </a:lstStyle>
          <a:p>
            <a:pPr algn="ctr">
              <a:defRPr sz="2250" b="0">
                <a:solidFill>
                  <a:srgbClr val="F4F8FF"/>
                </a:solidFill>
                <a:latin typeface="Arial"/>
                <a:ea typeface="Arial"/>
                <a:cs typeface="Arial"/>
              </a:defRPr>
            </a:pPr>
            <a:endParaRPr/>
          </a:p>
        </p:txBody>
      </p:sp>
      <p:sp>
        <p:nvSpPr>
          <p:cNvPr id="8" name="kelompok">
            <a:extLst>
              <a:ext uri="{FF2B5EF4-FFF2-40B4-BE49-F238E27FC236}">
                <a16:creationId xmlns:a16="http://schemas.microsoft.com/office/drawing/2014/main" id="{A74EEF50-299F-454F-9F8D-F90A37E64738}"/>
              </a:ext>
            </a:extLst>
          </p:cNvPr>
          <p:cNvSpPr>
            <a:spLocks noGrp="1"/>
          </p:cNvSpPr>
          <p:nvPr/>
        </p:nvSpPr>
        <p:spPr>
          <a:xfrm>
            <a:off x="952500" y="4076700"/>
            <a:ext cx="10287000" cy="419100"/>
          </a:xfrm>
          <a:prstGeom prst="rect">
            <a:avLst/>
          </a:prstGeom>
          <a:noFill/>
          <a:ln w="0">
            <a:noFill/>
            <a:prstDash val="solid"/>
          </a:ln>
        </p:spPr>
        <p:txBody>
          <a:bodyPr wrap="square" lIns="0" tIns="0" rIns="0" bIns="0" anchor="t">
            <a:noAutofit/>
          </a:bodyPr>
          <a:lstStyle>
            <a:defPPr algn="ctr">
              <a:defRPr sz="2175" b="1">
                <a:solidFill>
                  <a:srgbClr val="F4F8FF"/>
                </a:solidFill>
                <a:latin typeface="Arial"/>
                <a:ea typeface="Arial"/>
                <a:cs typeface="Arial"/>
              </a:defRPr>
            </a:defPPr>
            <a:lvl1pPr algn="ctr">
              <a:defRPr sz="2175" b="1">
                <a:solidFill>
                  <a:srgbClr val="F4F8FF"/>
                </a:solidFill>
                <a:latin typeface="Arial"/>
                <a:ea typeface="Arial"/>
                <a:cs typeface="Arial"/>
              </a:defRPr>
            </a:lvl1pPr>
            <a:lvl2pPr algn="ctr">
              <a:defRPr sz="2175" b="1">
                <a:solidFill>
                  <a:srgbClr val="F4F8FF"/>
                </a:solidFill>
                <a:latin typeface="Arial"/>
                <a:ea typeface="Arial"/>
                <a:cs typeface="Arial"/>
              </a:defRPr>
            </a:lvl2pPr>
            <a:lvl3pPr algn="ctr">
              <a:defRPr sz="2175" b="1">
                <a:solidFill>
                  <a:srgbClr val="F4F8FF"/>
                </a:solidFill>
                <a:latin typeface="Arial"/>
                <a:ea typeface="Arial"/>
                <a:cs typeface="Arial"/>
              </a:defRPr>
            </a:lvl3pPr>
            <a:lvl4pPr algn="ctr">
              <a:defRPr sz="2175" b="1">
                <a:solidFill>
                  <a:srgbClr val="F4F8FF"/>
                </a:solidFill>
                <a:latin typeface="Arial"/>
                <a:ea typeface="Arial"/>
                <a:cs typeface="Arial"/>
              </a:defRPr>
            </a:lvl4pPr>
            <a:lvl5pPr algn="ctr">
              <a:defRPr sz="2175" b="1">
                <a:solidFill>
                  <a:srgbClr val="F4F8FF"/>
                </a:solidFill>
                <a:latin typeface="Arial"/>
                <a:ea typeface="Arial"/>
                <a:cs typeface="Arial"/>
              </a:defRPr>
            </a:lvl5pPr>
            <a:lvl6pPr algn="ctr">
              <a:defRPr sz="2175" b="1">
                <a:solidFill>
                  <a:srgbClr val="F4F8FF"/>
                </a:solidFill>
                <a:latin typeface="Arial"/>
                <a:ea typeface="Arial"/>
                <a:cs typeface="Arial"/>
              </a:defRPr>
            </a:lvl6pPr>
            <a:lvl7pPr algn="ctr">
              <a:defRPr sz="2175" b="1">
                <a:solidFill>
                  <a:srgbClr val="F4F8FF"/>
                </a:solidFill>
                <a:latin typeface="Arial"/>
                <a:ea typeface="Arial"/>
                <a:cs typeface="Arial"/>
              </a:defRPr>
            </a:lvl7pPr>
            <a:lvl8pPr algn="ctr">
              <a:defRPr sz="2175" b="1">
                <a:solidFill>
                  <a:srgbClr val="F4F8FF"/>
                </a:solidFill>
                <a:latin typeface="Arial"/>
                <a:ea typeface="Arial"/>
                <a:cs typeface="Arial"/>
              </a:defRPr>
            </a:lvl8pPr>
            <a:lvl9pPr algn="ctr">
              <a:defRPr sz="2175" b="1">
                <a:solidFill>
                  <a:srgbClr val="F4F8FF"/>
                </a:solidFill>
                <a:latin typeface="Arial"/>
                <a:ea typeface="Arial"/>
                <a:cs typeface="Arial"/>
              </a:defRPr>
            </a:lvl9pPr>
          </a:lstStyle>
          <a:p>
            <a:pPr algn="ctr">
              <a:defRPr sz="2175" b="1">
                <a:solidFill>
                  <a:srgbClr val="F4F8FF"/>
                </a:solidFill>
                <a:latin typeface="Arial"/>
                <a:ea typeface="Arial"/>
                <a:cs typeface="Arial"/>
              </a:defRPr>
            </a:pPr>
            <a:r>
              <a:rPr sz="2175" b="1">
                <a:solidFill>
                  <a:srgbClr val="F4F8FF"/>
                </a:solidFill>
                <a:latin typeface="Arial"/>
                <a:ea typeface="Arial"/>
                <a:cs typeface="Arial"/>
              </a:rPr>
              <a:t>Kelompok 9</a:t>
            </a:r>
          </a:p>
        </p:txBody>
      </p:sp>
      <p:sp>
        <p:nvSpPr>
          <p:cNvPr id="9" name="anggota-1">
            <a:extLst>
              <a:ext uri="{FF2B5EF4-FFF2-40B4-BE49-F238E27FC236}">
                <a16:creationId xmlns:a16="http://schemas.microsoft.com/office/drawing/2014/main" id="{A161CEAC-2E09-438B-8A67-746E27E0E4A4}"/>
              </a:ext>
            </a:extLst>
          </p:cNvPr>
          <p:cNvSpPr>
            <a:spLocks noGrp="1"/>
          </p:cNvSpPr>
          <p:nvPr/>
        </p:nvSpPr>
        <p:spPr>
          <a:xfrm>
            <a:off x="952500" y="4676775"/>
            <a:ext cx="4953000" cy="361950"/>
          </a:xfrm>
          <a:prstGeom prst="rect">
            <a:avLst/>
          </a:prstGeom>
          <a:noFill/>
          <a:ln w="0">
            <a:noFill/>
            <a:prstDash val="solid"/>
          </a:ln>
        </p:spPr>
        <p:txBody>
          <a:bodyPr wrap="square" lIns="0" tIns="0" rIns="0" bIns="0" anchor="t">
            <a:noAutofit/>
          </a:bodyPr>
          <a:lstStyle>
            <a:defPPr algn="ctr">
              <a:defRPr sz="1950" b="0">
                <a:solidFill>
                  <a:srgbClr val="F4F8FF"/>
                </a:solidFill>
                <a:latin typeface="Arial"/>
                <a:ea typeface="Arial"/>
                <a:cs typeface="Arial"/>
              </a:defRPr>
            </a:defPPr>
            <a:lvl1pPr algn="ctr">
              <a:defRPr sz="1950" b="0">
                <a:solidFill>
                  <a:srgbClr val="F4F8FF"/>
                </a:solidFill>
                <a:latin typeface="Arial"/>
                <a:ea typeface="Arial"/>
                <a:cs typeface="Arial"/>
              </a:defRPr>
            </a:lvl1pPr>
            <a:lvl2pPr algn="ctr">
              <a:defRPr sz="1950" b="0">
                <a:solidFill>
                  <a:srgbClr val="F4F8FF"/>
                </a:solidFill>
                <a:latin typeface="Arial"/>
                <a:ea typeface="Arial"/>
                <a:cs typeface="Arial"/>
              </a:defRPr>
            </a:lvl2pPr>
            <a:lvl3pPr algn="ctr">
              <a:defRPr sz="1950" b="0">
                <a:solidFill>
                  <a:srgbClr val="F4F8FF"/>
                </a:solidFill>
                <a:latin typeface="Arial"/>
                <a:ea typeface="Arial"/>
                <a:cs typeface="Arial"/>
              </a:defRPr>
            </a:lvl3pPr>
            <a:lvl4pPr algn="ctr">
              <a:defRPr sz="1950" b="0">
                <a:solidFill>
                  <a:srgbClr val="F4F8FF"/>
                </a:solidFill>
                <a:latin typeface="Arial"/>
                <a:ea typeface="Arial"/>
                <a:cs typeface="Arial"/>
              </a:defRPr>
            </a:lvl4pPr>
            <a:lvl5pPr algn="ctr">
              <a:defRPr sz="1950" b="0">
                <a:solidFill>
                  <a:srgbClr val="F4F8FF"/>
                </a:solidFill>
                <a:latin typeface="Arial"/>
                <a:ea typeface="Arial"/>
                <a:cs typeface="Arial"/>
              </a:defRPr>
            </a:lvl5pPr>
            <a:lvl6pPr algn="ctr">
              <a:defRPr sz="1950" b="0">
                <a:solidFill>
                  <a:srgbClr val="F4F8FF"/>
                </a:solidFill>
                <a:latin typeface="Arial"/>
                <a:ea typeface="Arial"/>
                <a:cs typeface="Arial"/>
              </a:defRPr>
            </a:lvl6pPr>
            <a:lvl7pPr algn="ctr">
              <a:defRPr sz="1950" b="0">
                <a:solidFill>
                  <a:srgbClr val="F4F8FF"/>
                </a:solidFill>
                <a:latin typeface="Arial"/>
                <a:ea typeface="Arial"/>
                <a:cs typeface="Arial"/>
              </a:defRPr>
            </a:lvl7pPr>
            <a:lvl8pPr algn="ctr">
              <a:defRPr sz="1950" b="0">
                <a:solidFill>
                  <a:srgbClr val="F4F8FF"/>
                </a:solidFill>
                <a:latin typeface="Arial"/>
                <a:ea typeface="Arial"/>
                <a:cs typeface="Arial"/>
              </a:defRPr>
            </a:lvl8pPr>
            <a:lvl9pPr algn="ctr">
              <a:defRPr sz="1950" b="0">
                <a:solidFill>
                  <a:srgbClr val="F4F8FF"/>
                </a:solidFill>
                <a:latin typeface="Arial"/>
                <a:ea typeface="Arial"/>
                <a:cs typeface="Arial"/>
              </a:defRPr>
            </a:lvl9pPr>
          </a:lstStyle>
          <a:p>
            <a:pPr algn="ctr">
              <a:defRPr sz="1950" b="0">
                <a:solidFill>
                  <a:srgbClr val="F4F8FF"/>
                </a:solidFill>
                <a:latin typeface="Arial"/>
                <a:ea typeface="Arial"/>
                <a:cs typeface="Arial"/>
              </a:defRPr>
            </a:pPr>
            <a:r>
              <a:rPr sz="1950" b="0">
                <a:solidFill>
                  <a:srgbClr val="F4F8FF"/>
                </a:solidFill>
                <a:latin typeface="Arial"/>
                <a:ea typeface="Arial"/>
                <a:cs typeface="Arial"/>
              </a:rPr>
              <a:t>Bambang Herlambang</a:t>
            </a:r>
          </a:p>
        </p:txBody>
      </p:sp>
      <p:sp>
        <p:nvSpPr>
          <p:cNvPr id="10" name="anggota-2">
            <a:extLst>
              <a:ext uri="{FF2B5EF4-FFF2-40B4-BE49-F238E27FC236}">
                <a16:creationId xmlns:a16="http://schemas.microsoft.com/office/drawing/2014/main" id="{08FEC8F1-4C15-4CF3-B7C6-96B0BBC8EF13}"/>
              </a:ext>
            </a:extLst>
          </p:cNvPr>
          <p:cNvSpPr>
            <a:spLocks noGrp="1"/>
          </p:cNvSpPr>
          <p:nvPr/>
        </p:nvSpPr>
        <p:spPr>
          <a:xfrm>
            <a:off x="6286500" y="4676775"/>
            <a:ext cx="4953000" cy="361950"/>
          </a:xfrm>
          <a:prstGeom prst="rect">
            <a:avLst/>
          </a:prstGeom>
          <a:noFill/>
          <a:ln w="0">
            <a:noFill/>
            <a:prstDash val="solid"/>
          </a:ln>
        </p:spPr>
        <p:txBody>
          <a:bodyPr wrap="square" lIns="0" tIns="0" rIns="0" bIns="0" anchor="t">
            <a:noAutofit/>
          </a:bodyPr>
          <a:lstStyle>
            <a:defPPr algn="ctr">
              <a:defRPr sz="1950" b="0">
                <a:solidFill>
                  <a:srgbClr val="F4F8FF"/>
                </a:solidFill>
                <a:latin typeface="Arial"/>
                <a:ea typeface="Arial"/>
                <a:cs typeface="Arial"/>
              </a:defRPr>
            </a:defPPr>
            <a:lvl1pPr algn="ctr">
              <a:defRPr sz="1950" b="0">
                <a:solidFill>
                  <a:srgbClr val="F4F8FF"/>
                </a:solidFill>
                <a:latin typeface="Arial"/>
                <a:ea typeface="Arial"/>
                <a:cs typeface="Arial"/>
              </a:defRPr>
            </a:lvl1pPr>
            <a:lvl2pPr algn="ctr">
              <a:defRPr sz="1950" b="0">
                <a:solidFill>
                  <a:srgbClr val="F4F8FF"/>
                </a:solidFill>
                <a:latin typeface="Arial"/>
                <a:ea typeface="Arial"/>
                <a:cs typeface="Arial"/>
              </a:defRPr>
            </a:lvl2pPr>
            <a:lvl3pPr algn="ctr">
              <a:defRPr sz="1950" b="0">
                <a:solidFill>
                  <a:srgbClr val="F4F8FF"/>
                </a:solidFill>
                <a:latin typeface="Arial"/>
                <a:ea typeface="Arial"/>
                <a:cs typeface="Arial"/>
              </a:defRPr>
            </a:lvl3pPr>
            <a:lvl4pPr algn="ctr">
              <a:defRPr sz="1950" b="0">
                <a:solidFill>
                  <a:srgbClr val="F4F8FF"/>
                </a:solidFill>
                <a:latin typeface="Arial"/>
                <a:ea typeface="Arial"/>
                <a:cs typeface="Arial"/>
              </a:defRPr>
            </a:lvl4pPr>
            <a:lvl5pPr algn="ctr">
              <a:defRPr sz="1950" b="0">
                <a:solidFill>
                  <a:srgbClr val="F4F8FF"/>
                </a:solidFill>
                <a:latin typeface="Arial"/>
                <a:ea typeface="Arial"/>
                <a:cs typeface="Arial"/>
              </a:defRPr>
            </a:lvl5pPr>
            <a:lvl6pPr algn="ctr">
              <a:defRPr sz="1950" b="0">
                <a:solidFill>
                  <a:srgbClr val="F4F8FF"/>
                </a:solidFill>
                <a:latin typeface="Arial"/>
                <a:ea typeface="Arial"/>
                <a:cs typeface="Arial"/>
              </a:defRPr>
            </a:lvl6pPr>
            <a:lvl7pPr algn="ctr">
              <a:defRPr sz="1950" b="0">
                <a:solidFill>
                  <a:srgbClr val="F4F8FF"/>
                </a:solidFill>
                <a:latin typeface="Arial"/>
                <a:ea typeface="Arial"/>
                <a:cs typeface="Arial"/>
              </a:defRPr>
            </a:lvl7pPr>
            <a:lvl8pPr algn="ctr">
              <a:defRPr sz="1950" b="0">
                <a:solidFill>
                  <a:srgbClr val="F4F8FF"/>
                </a:solidFill>
                <a:latin typeface="Arial"/>
                <a:ea typeface="Arial"/>
                <a:cs typeface="Arial"/>
              </a:defRPr>
            </a:lvl8pPr>
            <a:lvl9pPr algn="ctr">
              <a:defRPr sz="1950" b="0">
                <a:solidFill>
                  <a:srgbClr val="F4F8FF"/>
                </a:solidFill>
                <a:latin typeface="Arial"/>
                <a:ea typeface="Arial"/>
                <a:cs typeface="Arial"/>
              </a:defRPr>
            </a:lvl9pPr>
          </a:lstStyle>
          <a:p>
            <a:pPr algn="ctr">
              <a:defRPr sz="1950" b="0">
                <a:solidFill>
                  <a:srgbClr val="F4F8FF"/>
                </a:solidFill>
                <a:latin typeface="Arial"/>
                <a:ea typeface="Arial"/>
                <a:cs typeface="Arial"/>
              </a:defRPr>
            </a:pPr>
            <a:r>
              <a:rPr sz="1950" b="0">
                <a:solidFill>
                  <a:srgbClr val="F4F8FF"/>
                </a:solidFill>
                <a:latin typeface="Arial"/>
                <a:ea typeface="Arial"/>
                <a:cs typeface="Arial"/>
              </a:rPr>
              <a:t>Dustin Pranata Wangsawidjaja</a:t>
            </a:r>
          </a:p>
        </p:txBody>
      </p:sp>
      <p:pic>
        <p:nvPicPr>
          <p:cNvPr id="11" name="Gambar 10">
            <a:extLst>
              <a:ext uri="{FF2B5EF4-FFF2-40B4-BE49-F238E27FC236}">
                <a16:creationId xmlns:a16="http://schemas.microsoft.com/office/drawing/2014/main" id="{DCCD3B51-B3D4-40BB-BDB9-0555E17F6376}"/>
              </a:ext>
            </a:extLst>
          </p:cNvPr>
          <p:cNvPicPr>
            <a:picLocks noChangeAspect="1"/>
          </p:cNvPicPr>
          <p:nvPr/>
        </p:nvPicPr>
        <p:blipFill>
          <a:blip r:embed="rId4"/>
          <a:stretch/>
        </p:blipFill>
        <p:spPr>
          <a:xfrm>
            <a:off x="10420350" y="400050"/>
            <a:ext cx="1200150" cy="1200150"/>
          </a:xfrm>
          <a:prstGeom prst="rect">
            <a:avLst/>
          </a:prstGeom>
        </p:spPr>
      </p:pic>
      <p:sp>
        <p:nvSpPr>
          <p:cNvPr id="12" name="institusi">
            <a:extLst>
              <a:ext uri="{FF2B5EF4-FFF2-40B4-BE49-F238E27FC236}">
                <a16:creationId xmlns:a16="http://schemas.microsoft.com/office/drawing/2014/main" id="{D29100D8-0D1F-4344-BCB0-43CADB47D68C}"/>
              </a:ext>
            </a:extLst>
          </p:cNvPr>
          <p:cNvSpPr>
            <a:spLocks noGrp="1"/>
          </p:cNvSpPr>
          <p:nvPr/>
        </p:nvSpPr>
        <p:spPr>
          <a:xfrm>
            <a:off x="952500" y="5657850"/>
            <a:ext cx="10287000" cy="571500"/>
          </a:xfrm>
          <a:prstGeom prst="rect">
            <a:avLst/>
          </a:prstGeom>
          <a:noFill/>
          <a:ln w="0">
            <a:noFill/>
            <a:prstDash val="solid"/>
          </a:ln>
        </p:spPr>
        <p:txBody>
          <a:bodyPr wrap="square" lIns="0" tIns="0" rIns="0" bIns="0" anchor="t">
            <a:noAutofit/>
          </a:bodyPr>
          <a:lstStyle>
            <a:defPPr algn="ctr">
              <a:defRPr sz="1725" b="0">
                <a:solidFill>
                  <a:srgbClr val="BCD0EB"/>
                </a:solidFill>
                <a:latin typeface="Arial"/>
                <a:ea typeface="Arial"/>
                <a:cs typeface="Arial"/>
              </a:defRPr>
            </a:defPPr>
            <a:lvl1pPr algn="ctr">
              <a:defRPr sz="1725" b="0">
                <a:solidFill>
                  <a:srgbClr val="BCD0EB"/>
                </a:solidFill>
                <a:latin typeface="Arial"/>
                <a:ea typeface="Arial"/>
                <a:cs typeface="Arial"/>
              </a:defRPr>
            </a:lvl1pPr>
            <a:lvl2pPr algn="ctr">
              <a:defRPr sz="1725" b="0">
                <a:solidFill>
                  <a:srgbClr val="BCD0EB"/>
                </a:solidFill>
                <a:latin typeface="Arial"/>
                <a:ea typeface="Arial"/>
                <a:cs typeface="Arial"/>
              </a:defRPr>
            </a:lvl2pPr>
            <a:lvl3pPr algn="ctr">
              <a:defRPr sz="1725" b="0">
                <a:solidFill>
                  <a:srgbClr val="BCD0EB"/>
                </a:solidFill>
                <a:latin typeface="Arial"/>
                <a:ea typeface="Arial"/>
                <a:cs typeface="Arial"/>
              </a:defRPr>
            </a:lvl3pPr>
            <a:lvl4pPr algn="ctr">
              <a:defRPr sz="1725" b="0">
                <a:solidFill>
                  <a:srgbClr val="BCD0EB"/>
                </a:solidFill>
                <a:latin typeface="Arial"/>
                <a:ea typeface="Arial"/>
                <a:cs typeface="Arial"/>
              </a:defRPr>
            </a:lvl4pPr>
            <a:lvl5pPr algn="ctr">
              <a:defRPr sz="1725" b="0">
                <a:solidFill>
                  <a:srgbClr val="BCD0EB"/>
                </a:solidFill>
                <a:latin typeface="Arial"/>
                <a:ea typeface="Arial"/>
                <a:cs typeface="Arial"/>
              </a:defRPr>
            </a:lvl5pPr>
            <a:lvl6pPr algn="ctr">
              <a:defRPr sz="1725" b="0">
                <a:solidFill>
                  <a:srgbClr val="BCD0EB"/>
                </a:solidFill>
                <a:latin typeface="Arial"/>
                <a:ea typeface="Arial"/>
                <a:cs typeface="Arial"/>
              </a:defRPr>
            </a:lvl6pPr>
            <a:lvl7pPr algn="ctr">
              <a:defRPr sz="1725" b="0">
                <a:solidFill>
                  <a:srgbClr val="BCD0EB"/>
                </a:solidFill>
                <a:latin typeface="Arial"/>
                <a:ea typeface="Arial"/>
                <a:cs typeface="Arial"/>
              </a:defRPr>
            </a:lvl7pPr>
            <a:lvl8pPr algn="ctr">
              <a:defRPr sz="1725" b="0">
                <a:solidFill>
                  <a:srgbClr val="BCD0EB"/>
                </a:solidFill>
                <a:latin typeface="Arial"/>
                <a:ea typeface="Arial"/>
                <a:cs typeface="Arial"/>
              </a:defRPr>
            </a:lvl8pPr>
            <a:lvl9pPr algn="ctr">
              <a:defRPr sz="1725" b="0">
                <a:solidFill>
                  <a:srgbClr val="BCD0EB"/>
                </a:solidFill>
                <a:latin typeface="Arial"/>
                <a:ea typeface="Arial"/>
                <a:cs typeface="Arial"/>
              </a:defRPr>
            </a:lvl9pPr>
          </a:lstStyle>
          <a:p>
            <a:pPr>
              <a:defRPr sz="1725" b="0">
                <a:solidFill>
                  <a:srgbClr val="BCD0EB"/>
                </a:solidFill>
                <a:latin typeface="Arial"/>
                <a:ea typeface="Arial"/>
                <a:cs typeface="Arial"/>
              </a:defRPr>
            </a:pPr>
            <a:r>
              <a:rPr lang="en-US" dirty="0"/>
              <a:t>https://github.com/Bambang-code/uts-pcd-kelompok-9</a:t>
            </a:r>
          </a:p>
          <a:p>
            <a:pPr algn="ctr">
              <a:defRPr sz="1725" b="0">
                <a:solidFill>
                  <a:srgbClr val="BCD0EB"/>
                </a:solidFill>
                <a:latin typeface="Arial"/>
                <a:ea typeface="Arial"/>
                <a:cs typeface="Arial"/>
              </a:defRPr>
            </a:pPr>
            <a:r>
              <a:rPr sz="1725" b="0" dirty="0">
                <a:solidFill>
                  <a:srgbClr val="BCD0EB"/>
                </a:solidFill>
                <a:latin typeface="Arial"/>
                <a:ea typeface="Arial"/>
                <a:cs typeface="Arial"/>
              </a:rPr>
              <a:t>Program Studi </a:t>
            </a:r>
            <a:r>
              <a:rPr sz="1725" b="0" dirty="0" err="1">
                <a:solidFill>
                  <a:srgbClr val="BCD0EB"/>
                </a:solidFill>
                <a:latin typeface="Arial"/>
                <a:ea typeface="Arial"/>
                <a:cs typeface="Arial"/>
              </a:rPr>
              <a:t>Informatika</a:t>
            </a:r>
            <a:r>
              <a:rPr sz="1725" b="0" dirty="0">
                <a:solidFill>
                  <a:srgbClr val="BCD0EB"/>
                </a:solidFill>
                <a:latin typeface="Arial"/>
                <a:ea typeface="Arial"/>
                <a:cs typeface="Arial"/>
              </a:rPr>
              <a:t>, </a:t>
            </a:r>
            <a:r>
              <a:rPr sz="1725" b="0" dirty="0" err="1">
                <a:solidFill>
                  <a:srgbClr val="BCD0EB"/>
                </a:solidFill>
                <a:latin typeface="Arial"/>
                <a:ea typeface="Arial"/>
                <a:cs typeface="Arial"/>
              </a:rPr>
              <a:t>Fakultas</a:t>
            </a:r>
            <a:r>
              <a:rPr sz="1725" b="0" dirty="0">
                <a:solidFill>
                  <a:srgbClr val="BCD0EB"/>
                </a:solidFill>
                <a:latin typeface="Arial"/>
                <a:ea typeface="Arial"/>
                <a:cs typeface="Arial"/>
              </a:rPr>
              <a:t> Teknik</a:t>
            </a:r>
          </a:p>
          <a:p>
            <a:pPr algn="ctr">
              <a:defRPr sz="1725" b="0">
                <a:solidFill>
                  <a:srgbClr val="BCD0EB"/>
                </a:solidFill>
                <a:latin typeface="Arial"/>
                <a:ea typeface="Arial"/>
                <a:cs typeface="Arial"/>
              </a:defRPr>
            </a:pPr>
            <a:r>
              <a:rPr sz="1725" b="0" dirty="0">
                <a:solidFill>
                  <a:srgbClr val="BCD0EB"/>
                </a:solidFill>
                <a:latin typeface="Arial"/>
                <a:ea typeface="Arial"/>
                <a:cs typeface="Arial"/>
              </a:rPr>
              <a:t>Universitas </a:t>
            </a:r>
            <a:r>
              <a:rPr sz="1725" b="0" dirty="0" err="1">
                <a:solidFill>
                  <a:srgbClr val="BCD0EB"/>
                </a:solidFill>
                <a:latin typeface="Arial"/>
                <a:ea typeface="Arial"/>
                <a:cs typeface="Arial"/>
              </a:rPr>
              <a:t>Katolik</a:t>
            </a:r>
            <a:r>
              <a:rPr sz="1725" b="0" dirty="0">
                <a:solidFill>
                  <a:srgbClr val="BCD0EB"/>
                </a:solidFill>
                <a:latin typeface="Arial"/>
                <a:ea typeface="Arial"/>
                <a:cs typeface="Arial"/>
              </a:rPr>
              <a:t> Widya Mandala Surabaya</a:t>
            </a:r>
          </a:p>
        </p:txBody>
      </p:sp>
      <p:sp>
        <p:nvSpPr>
          <p:cNvPr id="13" name="nrp-1">
            <a:extLst>
              <a:ext uri="{FF2B5EF4-FFF2-40B4-BE49-F238E27FC236}">
                <a16:creationId xmlns:a16="http://schemas.microsoft.com/office/drawing/2014/main" id="{3B2B9563-13B2-4EAF-8AD9-72F4D01FCFE7}"/>
              </a:ext>
            </a:extLst>
          </p:cNvPr>
          <p:cNvSpPr>
            <a:spLocks noGrp="1"/>
          </p:cNvSpPr>
          <p:nvPr/>
        </p:nvSpPr>
        <p:spPr>
          <a:xfrm>
            <a:off x="952500" y="5076825"/>
            <a:ext cx="4953000" cy="323850"/>
          </a:xfrm>
          <a:prstGeom prst="rect">
            <a:avLst/>
          </a:prstGeom>
          <a:noFill/>
          <a:ln w="0">
            <a:noFill/>
            <a:prstDash val="solid"/>
          </a:ln>
        </p:spPr>
        <p:txBody>
          <a:bodyPr wrap="square" lIns="0" tIns="0" rIns="0" bIns="0" anchor="t">
            <a:noAutofit/>
          </a:bodyPr>
          <a:lstStyle>
            <a:defPPr algn="ctr">
              <a:defRPr sz="1650">
                <a:solidFill>
                  <a:srgbClr val="BCD0EB"/>
                </a:solidFill>
                <a:latin typeface="Arial"/>
                <a:ea typeface="Arial"/>
                <a:cs typeface="Arial"/>
              </a:defRPr>
            </a:defPPr>
            <a:lvl1pPr algn="ctr">
              <a:defRPr sz="1650">
                <a:solidFill>
                  <a:srgbClr val="BCD0EB"/>
                </a:solidFill>
                <a:latin typeface="Arial"/>
                <a:ea typeface="Arial"/>
                <a:cs typeface="Arial"/>
              </a:defRPr>
            </a:lvl1pPr>
            <a:lvl2pPr algn="ctr">
              <a:defRPr sz="1650">
                <a:solidFill>
                  <a:srgbClr val="BCD0EB"/>
                </a:solidFill>
                <a:latin typeface="Arial"/>
                <a:ea typeface="Arial"/>
                <a:cs typeface="Arial"/>
              </a:defRPr>
            </a:lvl2pPr>
            <a:lvl3pPr algn="ctr">
              <a:defRPr sz="1650">
                <a:solidFill>
                  <a:srgbClr val="BCD0EB"/>
                </a:solidFill>
                <a:latin typeface="Arial"/>
                <a:ea typeface="Arial"/>
                <a:cs typeface="Arial"/>
              </a:defRPr>
            </a:lvl3pPr>
            <a:lvl4pPr algn="ctr">
              <a:defRPr sz="1650">
                <a:solidFill>
                  <a:srgbClr val="BCD0EB"/>
                </a:solidFill>
                <a:latin typeface="Arial"/>
                <a:ea typeface="Arial"/>
                <a:cs typeface="Arial"/>
              </a:defRPr>
            </a:lvl4pPr>
            <a:lvl5pPr algn="ctr">
              <a:defRPr sz="1650">
                <a:solidFill>
                  <a:srgbClr val="BCD0EB"/>
                </a:solidFill>
                <a:latin typeface="Arial"/>
                <a:ea typeface="Arial"/>
                <a:cs typeface="Arial"/>
              </a:defRPr>
            </a:lvl5pPr>
            <a:lvl6pPr algn="ctr">
              <a:defRPr sz="1650">
                <a:solidFill>
                  <a:srgbClr val="BCD0EB"/>
                </a:solidFill>
                <a:latin typeface="Arial"/>
                <a:ea typeface="Arial"/>
                <a:cs typeface="Arial"/>
              </a:defRPr>
            </a:lvl6pPr>
            <a:lvl7pPr algn="ctr">
              <a:defRPr sz="1650">
                <a:solidFill>
                  <a:srgbClr val="BCD0EB"/>
                </a:solidFill>
                <a:latin typeface="Arial"/>
                <a:ea typeface="Arial"/>
                <a:cs typeface="Arial"/>
              </a:defRPr>
            </a:lvl7pPr>
            <a:lvl8pPr algn="ctr">
              <a:defRPr sz="1650">
                <a:solidFill>
                  <a:srgbClr val="BCD0EB"/>
                </a:solidFill>
                <a:latin typeface="Arial"/>
                <a:ea typeface="Arial"/>
                <a:cs typeface="Arial"/>
              </a:defRPr>
            </a:lvl8pPr>
            <a:lvl9pPr algn="ctr">
              <a:defRPr sz="1650">
                <a:solidFill>
                  <a:srgbClr val="BCD0EB"/>
                </a:solidFill>
                <a:latin typeface="Arial"/>
                <a:ea typeface="Arial"/>
                <a:cs typeface="Arial"/>
              </a:defRPr>
            </a:lvl9pPr>
          </a:lstStyle>
          <a:p>
            <a:pPr algn="ctr">
              <a:defRPr sz="1650">
                <a:solidFill>
                  <a:srgbClr val="BCD0EB"/>
                </a:solidFill>
                <a:latin typeface="Arial"/>
                <a:ea typeface="Arial"/>
                <a:cs typeface="Arial"/>
              </a:defRPr>
            </a:pPr>
            <a:r>
              <a:rPr sz="1650">
                <a:solidFill>
                  <a:srgbClr val="BCD0EB"/>
                </a:solidFill>
                <a:latin typeface="Arial"/>
                <a:ea typeface="Arial"/>
                <a:cs typeface="Arial"/>
              </a:rPr>
              <a:t>5803024019 (Soal 1 dan 3)</a:t>
            </a:r>
          </a:p>
        </p:txBody>
      </p:sp>
      <p:sp>
        <p:nvSpPr>
          <p:cNvPr id="14" name="nrp-2">
            <a:extLst>
              <a:ext uri="{FF2B5EF4-FFF2-40B4-BE49-F238E27FC236}">
                <a16:creationId xmlns:a16="http://schemas.microsoft.com/office/drawing/2014/main" id="{710310B5-5F54-43EB-8D26-ACE3D7DE255F}"/>
              </a:ext>
            </a:extLst>
          </p:cNvPr>
          <p:cNvSpPr>
            <a:spLocks noGrp="1"/>
          </p:cNvSpPr>
          <p:nvPr/>
        </p:nvSpPr>
        <p:spPr>
          <a:xfrm>
            <a:off x="6286500" y="5076825"/>
            <a:ext cx="4953000" cy="323850"/>
          </a:xfrm>
          <a:prstGeom prst="rect">
            <a:avLst/>
          </a:prstGeom>
          <a:noFill/>
          <a:ln w="0">
            <a:noFill/>
            <a:prstDash val="solid"/>
          </a:ln>
        </p:spPr>
        <p:txBody>
          <a:bodyPr wrap="square" lIns="0" tIns="0" rIns="0" bIns="0" anchor="t">
            <a:noAutofit/>
          </a:bodyPr>
          <a:lstStyle>
            <a:defPPr algn="ctr">
              <a:defRPr sz="1650">
                <a:solidFill>
                  <a:srgbClr val="BCD0EB"/>
                </a:solidFill>
                <a:latin typeface="Arial"/>
                <a:ea typeface="Arial"/>
                <a:cs typeface="Arial"/>
              </a:defRPr>
            </a:defPPr>
            <a:lvl1pPr algn="ctr">
              <a:defRPr sz="1650">
                <a:solidFill>
                  <a:srgbClr val="BCD0EB"/>
                </a:solidFill>
                <a:latin typeface="Arial"/>
                <a:ea typeface="Arial"/>
                <a:cs typeface="Arial"/>
              </a:defRPr>
            </a:lvl1pPr>
            <a:lvl2pPr algn="ctr">
              <a:defRPr sz="1650">
                <a:solidFill>
                  <a:srgbClr val="BCD0EB"/>
                </a:solidFill>
                <a:latin typeface="Arial"/>
                <a:ea typeface="Arial"/>
                <a:cs typeface="Arial"/>
              </a:defRPr>
            </a:lvl2pPr>
            <a:lvl3pPr algn="ctr">
              <a:defRPr sz="1650">
                <a:solidFill>
                  <a:srgbClr val="BCD0EB"/>
                </a:solidFill>
                <a:latin typeface="Arial"/>
                <a:ea typeface="Arial"/>
                <a:cs typeface="Arial"/>
              </a:defRPr>
            </a:lvl3pPr>
            <a:lvl4pPr algn="ctr">
              <a:defRPr sz="1650">
                <a:solidFill>
                  <a:srgbClr val="BCD0EB"/>
                </a:solidFill>
                <a:latin typeface="Arial"/>
                <a:ea typeface="Arial"/>
                <a:cs typeface="Arial"/>
              </a:defRPr>
            </a:lvl4pPr>
            <a:lvl5pPr algn="ctr">
              <a:defRPr sz="1650">
                <a:solidFill>
                  <a:srgbClr val="BCD0EB"/>
                </a:solidFill>
                <a:latin typeface="Arial"/>
                <a:ea typeface="Arial"/>
                <a:cs typeface="Arial"/>
              </a:defRPr>
            </a:lvl5pPr>
            <a:lvl6pPr algn="ctr">
              <a:defRPr sz="1650">
                <a:solidFill>
                  <a:srgbClr val="BCD0EB"/>
                </a:solidFill>
                <a:latin typeface="Arial"/>
                <a:ea typeface="Arial"/>
                <a:cs typeface="Arial"/>
              </a:defRPr>
            </a:lvl6pPr>
            <a:lvl7pPr algn="ctr">
              <a:defRPr sz="1650">
                <a:solidFill>
                  <a:srgbClr val="BCD0EB"/>
                </a:solidFill>
                <a:latin typeface="Arial"/>
                <a:ea typeface="Arial"/>
                <a:cs typeface="Arial"/>
              </a:defRPr>
            </a:lvl7pPr>
            <a:lvl8pPr algn="ctr">
              <a:defRPr sz="1650">
                <a:solidFill>
                  <a:srgbClr val="BCD0EB"/>
                </a:solidFill>
                <a:latin typeface="Arial"/>
                <a:ea typeface="Arial"/>
                <a:cs typeface="Arial"/>
              </a:defRPr>
            </a:lvl8pPr>
            <a:lvl9pPr algn="ctr">
              <a:defRPr sz="1650">
                <a:solidFill>
                  <a:srgbClr val="BCD0EB"/>
                </a:solidFill>
                <a:latin typeface="Arial"/>
                <a:ea typeface="Arial"/>
                <a:cs typeface="Arial"/>
              </a:defRPr>
            </a:lvl9pPr>
          </a:lstStyle>
          <a:p>
            <a:pPr algn="ctr">
              <a:defRPr sz="1650">
                <a:solidFill>
                  <a:srgbClr val="BCD0EB"/>
                </a:solidFill>
                <a:latin typeface="Arial"/>
                <a:ea typeface="Arial"/>
                <a:cs typeface="Arial"/>
              </a:defRPr>
            </a:pPr>
            <a:r>
              <a:rPr sz="1650">
                <a:solidFill>
                  <a:srgbClr val="BCD0EB"/>
                </a:solidFill>
                <a:latin typeface="Arial"/>
                <a:ea typeface="Arial"/>
                <a:cs typeface="Arial"/>
              </a:rPr>
              <a:t>5803024021 (Soal 2)</a:t>
            </a:r>
          </a:p>
        </p:txBody>
      </p:sp>
    </p:spTree>
    <p:extLst>
      <p:ext uri="{BB962C8B-B14F-4D97-AF65-F5344CB8AC3E}">
        <p14:creationId xmlns:p14="http://schemas.microsoft.com/office/powerpoint/2010/main" val="652582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1D6A84CE-74AD-455C-8C4B-A03710616CD4}"/>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8978C7CC-4401-4855-B128-FB4062FB77A0}"/>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1: selisih dua respons LoG</a:t>
            </a:r>
          </a:p>
        </p:txBody>
      </p:sp>
      <p:sp>
        <p:nvSpPr>
          <p:cNvPr id="4" name="nomor-slide">
            <a:extLst>
              <a:ext uri="{FF2B5EF4-FFF2-40B4-BE49-F238E27FC236}">
                <a16:creationId xmlns:a16="http://schemas.microsoft.com/office/drawing/2014/main" id="{49D2FC8A-4B05-4EDB-979E-09CD5FFAF08C}"/>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01 / 09</a:t>
            </a:r>
          </a:p>
        </p:txBody>
      </p:sp>
      <p:pic>
        <p:nvPicPr>
          <p:cNvPr id="5" name="Gambar 4">
            <a:extLst>
              <a:ext uri="{FF2B5EF4-FFF2-40B4-BE49-F238E27FC236}">
                <a16:creationId xmlns:a16="http://schemas.microsoft.com/office/drawing/2014/main" id="{27E759D8-5BA8-4774-AF6D-F2545A527665}"/>
              </a:ext>
            </a:extLst>
          </p:cNvPr>
          <p:cNvPicPr>
            <a:picLocks noChangeAspect="1"/>
          </p:cNvPicPr>
          <p:nvPr/>
        </p:nvPicPr>
        <p:blipFill>
          <a:blip r:embed="rId4"/>
          <a:stretch/>
        </p:blipFill>
        <p:spPr>
          <a:xfrm>
            <a:off x="611981" y="1924050"/>
            <a:ext cx="4329113" cy="2886075"/>
          </a:xfrm>
          <a:prstGeom prst="rect">
            <a:avLst/>
          </a:prstGeom>
        </p:spPr>
      </p:pic>
      <p:sp>
        <p:nvSpPr>
          <p:cNvPr id="6" name="input">
            <a:extLst>
              <a:ext uri="{FF2B5EF4-FFF2-40B4-BE49-F238E27FC236}">
                <a16:creationId xmlns:a16="http://schemas.microsoft.com/office/drawing/2014/main" id="{264D17DF-14ED-4716-8095-137C9DC5EA65}"/>
              </a:ext>
            </a:extLst>
          </p:cNvPr>
          <p:cNvSpPr>
            <a:spLocks noGrp="1"/>
          </p:cNvSpPr>
          <p:nvPr/>
        </p:nvSpPr>
        <p:spPr>
          <a:xfrm>
            <a:off x="609600" y="5162550"/>
            <a:ext cx="4667250" cy="857250"/>
          </a:xfrm>
          <a:prstGeom prst="rect">
            <a:avLst/>
          </a:prstGeom>
          <a:noFill/>
          <a:ln w="0">
            <a:noFill/>
            <a:prstDash val="solid"/>
          </a:ln>
        </p:spPr>
        <p:txBody>
          <a:bodyPr wrap="square" lIns="0" tIns="0" rIns="0" bIns="0" anchor="t">
            <a:noAutofit/>
          </a:bodyPr>
          <a:lstStyle>
            <a:defPPr algn="l">
              <a:defRPr sz="2025">
                <a:solidFill>
                  <a:srgbClr val="BCD0EB"/>
                </a:solidFill>
                <a:latin typeface="Arial"/>
                <a:ea typeface="Arial"/>
                <a:cs typeface="Arial"/>
              </a:defRPr>
            </a:defPPr>
            <a:lvl1pPr algn="l">
              <a:defRPr sz="2025">
                <a:solidFill>
                  <a:srgbClr val="BCD0EB"/>
                </a:solidFill>
                <a:latin typeface="Arial"/>
                <a:ea typeface="Arial"/>
                <a:cs typeface="Arial"/>
              </a:defRPr>
            </a:lvl1pPr>
            <a:lvl2pPr algn="l">
              <a:defRPr sz="2025">
                <a:solidFill>
                  <a:srgbClr val="BCD0EB"/>
                </a:solidFill>
                <a:latin typeface="Arial"/>
                <a:ea typeface="Arial"/>
                <a:cs typeface="Arial"/>
              </a:defRPr>
            </a:lvl2pPr>
            <a:lvl3pPr algn="l">
              <a:defRPr sz="2025">
                <a:solidFill>
                  <a:srgbClr val="BCD0EB"/>
                </a:solidFill>
                <a:latin typeface="Arial"/>
                <a:ea typeface="Arial"/>
                <a:cs typeface="Arial"/>
              </a:defRPr>
            </a:lvl3pPr>
            <a:lvl4pPr algn="l">
              <a:defRPr sz="2025">
                <a:solidFill>
                  <a:srgbClr val="BCD0EB"/>
                </a:solidFill>
                <a:latin typeface="Arial"/>
                <a:ea typeface="Arial"/>
                <a:cs typeface="Arial"/>
              </a:defRPr>
            </a:lvl4pPr>
            <a:lvl5pPr algn="l">
              <a:defRPr sz="2025">
                <a:solidFill>
                  <a:srgbClr val="BCD0EB"/>
                </a:solidFill>
                <a:latin typeface="Arial"/>
                <a:ea typeface="Arial"/>
                <a:cs typeface="Arial"/>
              </a:defRPr>
            </a:lvl5pPr>
            <a:lvl6pPr algn="l">
              <a:defRPr sz="2025">
                <a:solidFill>
                  <a:srgbClr val="BCD0EB"/>
                </a:solidFill>
                <a:latin typeface="Arial"/>
                <a:ea typeface="Arial"/>
                <a:cs typeface="Arial"/>
              </a:defRPr>
            </a:lvl6pPr>
            <a:lvl7pPr algn="l">
              <a:defRPr sz="2025">
                <a:solidFill>
                  <a:srgbClr val="BCD0EB"/>
                </a:solidFill>
                <a:latin typeface="Arial"/>
                <a:ea typeface="Arial"/>
                <a:cs typeface="Arial"/>
              </a:defRPr>
            </a:lvl7pPr>
            <a:lvl8pPr algn="l">
              <a:defRPr sz="2025">
                <a:solidFill>
                  <a:srgbClr val="BCD0EB"/>
                </a:solidFill>
                <a:latin typeface="Arial"/>
                <a:ea typeface="Arial"/>
                <a:cs typeface="Arial"/>
              </a:defRPr>
            </a:lvl8pPr>
            <a:lvl9pPr algn="l">
              <a:defRPr sz="2025">
                <a:solidFill>
                  <a:srgbClr val="BCD0EB"/>
                </a:solidFill>
                <a:latin typeface="Arial"/>
                <a:ea typeface="Arial"/>
                <a:cs typeface="Arial"/>
              </a:defRPr>
            </a:lvl9pPr>
          </a:lstStyle>
          <a:p>
            <a:pPr algn="l">
              <a:defRPr sz="2025">
                <a:solidFill>
                  <a:srgbClr val="BCD0EB"/>
                </a:solidFill>
                <a:latin typeface="Arial"/>
                <a:ea typeface="Arial"/>
                <a:cs typeface="Arial"/>
              </a:defRPr>
            </a:pPr>
            <a:r>
              <a:rPr sz="2025">
                <a:solidFill>
                  <a:srgbClr val="BCD0EB"/>
                </a:solidFill>
                <a:latin typeface="Arial"/>
                <a:ea typeface="Arial"/>
                <a:cs typeface="Arial"/>
              </a:rPr>
              <a:t>Masukan grayscale 384 × 256 px</a:t>
            </a:r>
          </a:p>
          <a:p>
            <a:pPr algn="l">
              <a:defRPr sz="2025">
                <a:solidFill>
                  <a:srgbClr val="BCD0EB"/>
                </a:solidFill>
                <a:latin typeface="Arial"/>
                <a:ea typeface="Arial"/>
                <a:cs typeface="Arial"/>
              </a:defRPr>
            </a:pPr>
            <a:r>
              <a:rPr sz="2025">
                <a:solidFill>
                  <a:srgbClr val="BCD0EB"/>
                </a:solidFill>
                <a:latin typeface="Arial"/>
                <a:ea typeface="Arial"/>
                <a:cs typeface="Arial"/>
              </a:rPr>
              <a:t>float64 dalam [0, 1]</a:t>
            </a:r>
          </a:p>
        </p:txBody>
      </p:sp>
      <p:sp>
        <p:nvSpPr>
          <p:cNvPr id="7" name="rumus">
            <a:extLst>
              <a:ext uri="{FF2B5EF4-FFF2-40B4-BE49-F238E27FC236}">
                <a16:creationId xmlns:a16="http://schemas.microsoft.com/office/drawing/2014/main" id="{D1FFAB6E-503D-4972-B79A-854A8DE78DF7}"/>
              </a:ext>
            </a:extLst>
          </p:cNvPr>
          <p:cNvSpPr>
            <a:spLocks noGrp="1"/>
          </p:cNvSpPr>
          <p:nvPr/>
        </p:nvSpPr>
        <p:spPr>
          <a:xfrm>
            <a:off x="5657850" y="1676400"/>
            <a:ext cx="5924550" cy="723900"/>
          </a:xfrm>
          <a:prstGeom prst="rect">
            <a:avLst/>
          </a:prstGeom>
          <a:noFill/>
          <a:ln w="0">
            <a:noFill/>
            <a:prstDash val="solid"/>
          </a:ln>
        </p:spPr>
        <p:txBody>
          <a:bodyPr wrap="square" lIns="0" tIns="0" rIns="0" bIns="0" anchor="t">
            <a:noAutofit/>
          </a:bodyPr>
          <a:lstStyle>
            <a:defPPr algn="l">
              <a:defRPr sz="3300" b="1">
                <a:solidFill>
                  <a:srgbClr val="5DDFFF"/>
                </a:solidFill>
                <a:latin typeface="Arial"/>
                <a:ea typeface="Arial"/>
                <a:cs typeface="Arial"/>
              </a:defRPr>
            </a:defPPr>
            <a:lvl1pPr algn="l">
              <a:defRPr sz="3300" b="1">
                <a:solidFill>
                  <a:srgbClr val="5DDFFF"/>
                </a:solidFill>
                <a:latin typeface="Arial"/>
                <a:ea typeface="Arial"/>
                <a:cs typeface="Arial"/>
              </a:defRPr>
            </a:lvl1pPr>
            <a:lvl2pPr algn="l">
              <a:defRPr sz="3300" b="1">
                <a:solidFill>
                  <a:srgbClr val="5DDFFF"/>
                </a:solidFill>
                <a:latin typeface="Arial"/>
                <a:ea typeface="Arial"/>
                <a:cs typeface="Arial"/>
              </a:defRPr>
            </a:lvl2pPr>
            <a:lvl3pPr algn="l">
              <a:defRPr sz="3300" b="1">
                <a:solidFill>
                  <a:srgbClr val="5DDFFF"/>
                </a:solidFill>
                <a:latin typeface="Arial"/>
                <a:ea typeface="Arial"/>
                <a:cs typeface="Arial"/>
              </a:defRPr>
            </a:lvl3pPr>
            <a:lvl4pPr algn="l">
              <a:defRPr sz="3300" b="1">
                <a:solidFill>
                  <a:srgbClr val="5DDFFF"/>
                </a:solidFill>
                <a:latin typeface="Arial"/>
                <a:ea typeface="Arial"/>
                <a:cs typeface="Arial"/>
              </a:defRPr>
            </a:lvl4pPr>
            <a:lvl5pPr algn="l">
              <a:defRPr sz="3300" b="1">
                <a:solidFill>
                  <a:srgbClr val="5DDFFF"/>
                </a:solidFill>
                <a:latin typeface="Arial"/>
                <a:ea typeface="Arial"/>
                <a:cs typeface="Arial"/>
              </a:defRPr>
            </a:lvl5pPr>
            <a:lvl6pPr algn="l">
              <a:defRPr sz="3300" b="1">
                <a:solidFill>
                  <a:srgbClr val="5DDFFF"/>
                </a:solidFill>
                <a:latin typeface="Arial"/>
                <a:ea typeface="Arial"/>
                <a:cs typeface="Arial"/>
              </a:defRPr>
            </a:lvl6pPr>
            <a:lvl7pPr algn="l">
              <a:defRPr sz="3300" b="1">
                <a:solidFill>
                  <a:srgbClr val="5DDFFF"/>
                </a:solidFill>
                <a:latin typeface="Arial"/>
                <a:ea typeface="Arial"/>
                <a:cs typeface="Arial"/>
              </a:defRPr>
            </a:lvl7pPr>
            <a:lvl8pPr algn="l">
              <a:defRPr sz="3300" b="1">
                <a:solidFill>
                  <a:srgbClr val="5DDFFF"/>
                </a:solidFill>
                <a:latin typeface="Arial"/>
                <a:ea typeface="Arial"/>
                <a:cs typeface="Arial"/>
              </a:defRPr>
            </a:lvl8pPr>
            <a:lvl9pPr algn="l">
              <a:defRPr sz="3300" b="1">
                <a:solidFill>
                  <a:srgbClr val="5DDFFF"/>
                </a:solidFill>
                <a:latin typeface="Arial"/>
                <a:ea typeface="Arial"/>
                <a:cs typeface="Arial"/>
              </a:defRPr>
            </a:lvl9pPr>
          </a:lstStyle>
          <a:p>
            <a:pPr algn="l">
              <a:defRPr sz="3300" b="1">
                <a:solidFill>
                  <a:srgbClr val="5DDFFF"/>
                </a:solidFill>
                <a:latin typeface="Arial"/>
                <a:ea typeface="Arial"/>
                <a:cs typeface="Arial"/>
              </a:defRPr>
            </a:pPr>
            <a:r>
              <a:rPr sz="3300" b="1">
                <a:solidFill>
                  <a:srgbClr val="5DDFFF"/>
                </a:solidFill>
                <a:latin typeface="Arial"/>
                <a:ea typeface="Arial"/>
                <a:cs typeface="Arial"/>
              </a:rPr>
              <a:t>Lσ(I) = ∇²(Gσ ∗ I)</a:t>
            </a:r>
          </a:p>
        </p:txBody>
      </p:sp>
      <p:sp>
        <p:nvSpPr>
          <p:cNvPr id="8" name="langkah">
            <a:extLst>
              <a:ext uri="{FF2B5EF4-FFF2-40B4-BE49-F238E27FC236}">
                <a16:creationId xmlns:a16="http://schemas.microsoft.com/office/drawing/2014/main" id="{84FEB07D-D15C-40A9-9F11-978D3411E675}"/>
              </a:ext>
            </a:extLst>
          </p:cNvPr>
          <p:cNvSpPr>
            <a:spLocks noGrp="1"/>
          </p:cNvSpPr>
          <p:nvPr/>
        </p:nvSpPr>
        <p:spPr>
          <a:xfrm>
            <a:off x="5657850" y="2705100"/>
            <a:ext cx="5924550" cy="1762125"/>
          </a:xfrm>
          <a:prstGeom prst="rect">
            <a:avLst/>
          </a:prstGeom>
          <a:noFill/>
          <a:ln w="0">
            <a:noFill/>
            <a:prstDash val="solid"/>
          </a:ln>
        </p:spPr>
        <p:txBody>
          <a:bodyPr wrap="square" lIns="0" tIns="0" rIns="0" bIns="0" anchor="t">
            <a:noAutofit/>
          </a:bodyPr>
          <a:lstStyle>
            <a:defPPr algn="l">
              <a:defRPr sz="2250">
                <a:solidFill>
                  <a:srgbClr val="F4F8FF"/>
                </a:solidFill>
                <a:latin typeface="Arial"/>
                <a:ea typeface="Arial"/>
                <a:cs typeface="Arial"/>
              </a:defRPr>
            </a:defPPr>
            <a:lvl1pPr algn="l">
              <a:buNone/>
              <a:defRPr sz="2250">
                <a:solidFill>
                  <a:srgbClr val="F4F8FF"/>
                </a:solidFill>
                <a:latin typeface="Arial"/>
                <a:ea typeface="Arial"/>
                <a:cs typeface="Arial"/>
              </a:defRPr>
            </a:lvl1pPr>
            <a:lvl2pPr algn="l">
              <a:buNone/>
              <a:defRPr sz="2250">
                <a:solidFill>
                  <a:srgbClr val="F4F8FF"/>
                </a:solidFill>
                <a:latin typeface="Arial"/>
                <a:ea typeface="Arial"/>
                <a:cs typeface="Arial"/>
              </a:defRPr>
            </a:lvl2pPr>
            <a:lvl3pPr algn="l">
              <a:buNone/>
              <a:defRPr sz="2250">
                <a:solidFill>
                  <a:srgbClr val="F4F8FF"/>
                </a:solidFill>
                <a:latin typeface="Arial"/>
                <a:ea typeface="Arial"/>
                <a:cs typeface="Arial"/>
              </a:defRPr>
            </a:lvl3pPr>
            <a:lvl4pPr algn="l">
              <a:buNone/>
              <a:defRPr sz="2250">
                <a:solidFill>
                  <a:srgbClr val="F4F8FF"/>
                </a:solidFill>
                <a:latin typeface="Arial"/>
                <a:ea typeface="Arial"/>
                <a:cs typeface="Arial"/>
              </a:defRPr>
            </a:lvl4pPr>
            <a:lvl5pPr algn="l">
              <a:buNone/>
              <a:defRPr sz="2250">
                <a:solidFill>
                  <a:srgbClr val="F4F8FF"/>
                </a:solidFill>
                <a:latin typeface="Arial"/>
                <a:ea typeface="Arial"/>
                <a:cs typeface="Arial"/>
              </a:defRPr>
            </a:lvl5pPr>
            <a:lvl6pPr algn="l">
              <a:buNone/>
              <a:defRPr sz="2250">
                <a:solidFill>
                  <a:srgbClr val="F4F8FF"/>
                </a:solidFill>
                <a:latin typeface="Arial"/>
                <a:ea typeface="Arial"/>
                <a:cs typeface="Arial"/>
              </a:defRPr>
            </a:lvl6pPr>
            <a:lvl7pPr algn="l">
              <a:buNone/>
              <a:defRPr sz="2250">
                <a:solidFill>
                  <a:srgbClr val="F4F8FF"/>
                </a:solidFill>
                <a:latin typeface="Arial"/>
                <a:ea typeface="Arial"/>
                <a:cs typeface="Arial"/>
              </a:defRPr>
            </a:lvl7pPr>
            <a:lvl8pPr algn="l">
              <a:buNone/>
              <a:defRPr sz="2250">
                <a:solidFill>
                  <a:srgbClr val="F4F8FF"/>
                </a:solidFill>
                <a:latin typeface="Arial"/>
                <a:ea typeface="Arial"/>
                <a:cs typeface="Arial"/>
              </a:defRPr>
            </a:lvl8pPr>
            <a:lvl9pPr algn="l">
              <a:buNone/>
              <a:defRPr sz="2250">
                <a:solidFill>
                  <a:srgbClr val="F4F8FF"/>
                </a:solidFill>
                <a:latin typeface="Arial"/>
                <a:ea typeface="Arial"/>
                <a:cs typeface="Arial"/>
              </a:defRPr>
            </a:lvl9pPr>
          </a:lstStyle>
          <a:p>
            <a:pPr algn="l">
              <a:buNone/>
              <a:defRPr sz="2250">
                <a:solidFill>
                  <a:srgbClr val="F4F8FF"/>
                </a:solidFill>
                <a:latin typeface="Arial"/>
                <a:ea typeface="Arial"/>
                <a:cs typeface="Arial"/>
              </a:defRPr>
            </a:pPr>
            <a:r>
              <a:rPr sz="2250">
                <a:solidFill>
                  <a:srgbClr val="F4F8FF"/>
                </a:solidFill>
                <a:latin typeface="Arial"/>
                <a:ea typeface="Arial"/>
                <a:cs typeface="Arial"/>
              </a:rPr>
              <a:t>a. Baca citra, ubah ke grayscale.</a:t>
            </a:r>
          </a:p>
          <a:p>
            <a:pPr algn="l">
              <a:buNone/>
              <a:defRPr sz="2250">
                <a:solidFill>
                  <a:srgbClr val="F4F8FF"/>
                </a:solidFill>
                <a:latin typeface="Arial"/>
                <a:ea typeface="Arial"/>
                <a:cs typeface="Arial"/>
              </a:defRPr>
            </a:pPr>
            <a:r>
              <a:rPr sz="2250">
                <a:solidFill>
                  <a:srgbClr val="F4F8FF"/>
                </a:solidFill>
                <a:latin typeface="Arial"/>
                <a:ea typeface="Arial"/>
                <a:cs typeface="Arial"/>
              </a:rPr>
              <a:t>b. LoG σ = 0,1, simpan im1.</a:t>
            </a:r>
          </a:p>
          <a:p>
            <a:r>
              <a:t>c. LoG σ = 0,2, simpan im2.</a:t>
            </a:r>
          </a:p>
          <a:p>
            <a:pPr algn="l">
              <a:buNone/>
              <a:defRPr sz="2250">
                <a:solidFill>
                  <a:srgbClr val="F4F8FF"/>
                </a:solidFill>
                <a:latin typeface="Arial"/>
                <a:ea typeface="Arial"/>
                <a:cs typeface="Arial"/>
              </a:defRPr>
            </a:pPr>
            <a:r>
              <a:rPr sz="2250">
                <a:solidFill>
                  <a:srgbClr val="F4F8FF"/>
                </a:solidFill>
                <a:latin typeface="Arial"/>
                <a:ea typeface="Arial"/>
                <a:cs typeface="Arial"/>
              </a:rPr>
              <a:t>d. Hitung im1 − im2, simpan hasil.</a:t>
            </a:r>
          </a:p>
        </p:txBody>
      </p:sp>
      <p:sp>
        <p:nvSpPr>
          <p:cNvPr id="9" name="kode">
            <a:extLst>
              <a:ext uri="{FF2B5EF4-FFF2-40B4-BE49-F238E27FC236}">
                <a16:creationId xmlns:a16="http://schemas.microsoft.com/office/drawing/2014/main" id="{80CB27DE-58D2-4A8B-BE39-5A7A6F3E501F}"/>
              </a:ext>
            </a:extLst>
          </p:cNvPr>
          <p:cNvSpPr>
            <a:spLocks noGrp="1"/>
          </p:cNvSpPr>
          <p:nvPr/>
        </p:nvSpPr>
        <p:spPr>
          <a:xfrm>
            <a:off x="5657850" y="4724400"/>
            <a:ext cx="5924550" cy="1476375"/>
          </a:xfrm>
          <a:prstGeom prst="rect">
            <a:avLst/>
          </a:prstGeom>
          <a:noFill/>
          <a:ln w="0">
            <a:noFill/>
            <a:prstDash val="solid"/>
          </a:ln>
        </p:spPr>
        <p:txBody>
          <a:bodyPr wrap="square" lIns="0" tIns="0" rIns="0" bIns="0" anchor="t">
            <a:noAutofit/>
          </a:bodyPr>
          <a:lstStyle>
            <a:defPPr algn="l">
              <a:defRPr sz="1800">
                <a:solidFill>
                  <a:srgbClr val="BCD0EB"/>
                </a:solidFill>
                <a:latin typeface="Consolas"/>
                <a:ea typeface="Consolas"/>
                <a:cs typeface="Consolas"/>
              </a:defRPr>
            </a:defPPr>
            <a:lvl1pPr algn="l">
              <a:defRPr sz="1800">
                <a:solidFill>
                  <a:srgbClr val="BCD0EB"/>
                </a:solidFill>
                <a:latin typeface="Consolas"/>
                <a:ea typeface="Consolas"/>
                <a:cs typeface="Consolas"/>
              </a:defRPr>
            </a:lvl1pPr>
            <a:lvl2pPr algn="l">
              <a:defRPr sz="1800">
                <a:solidFill>
                  <a:srgbClr val="BCD0EB"/>
                </a:solidFill>
                <a:latin typeface="Consolas"/>
                <a:ea typeface="Consolas"/>
                <a:cs typeface="Consolas"/>
              </a:defRPr>
            </a:lvl2pPr>
            <a:lvl3pPr algn="l">
              <a:defRPr sz="1800">
                <a:solidFill>
                  <a:srgbClr val="BCD0EB"/>
                </a:solidFill>
                <a:latin typeface="Consolas"/>
                <a:ea typeface="Consolas"/>
                <a:cs typeface="Consolas"/>
              </a:defRPr>
            </a:lvl3pPr>
            <a:lvl4pPr algn="l">
              <a:defRPr sz="1800">
                <a:solidFill>
                  <a:srgbClr val="BCD0EB"/>
                </a:solidFill>
                <a:latin typeface="Consolas"/>
                <a:ea typeface="Consolas"/>
                <a:cs typeface="Consolas"/>
              </a:defRPr>
            </a:lvl4pPr>
            <a:lvl5pPr algn="l">
              <a:defRPr sz="1800">
                <a:solidFill>
                  <a:srgbClr val="BCD0EB"/>
                </a:solidFill>
                <a:latin typeface="Consolas"/>
                <a:ea typeface="Consolas"/>
                <a:cs typeface="Consolas"/>
              </a:defRPr>
            </a:lvl5pPr>
            <a:lvl6pPr algn="l">
              <a:defRPr sz="1800">
                <a:solidFill>
                  <a:srgbClr val="BCD0EB"/>
                </a:solidFill>
                <a:latin typeface="Consolas"/>
                <a:ea typeface="Consolas"/>
                <a:cs typeface="Consolas"/>
              </a:defRPr>
            </a:lvl6pPr>
            <a:lvl7pPr algn="l">
              <a:defRPr sz="1800">
                <a:solidFill>
                  <a:srgbClr val="BCD0EB"/>
                </a:solidFill>
                <a:latin typeface="Consolas"/>
                <a:ea typeface="Consolas"/>
                <a:cs typeface="Consolas"/>
              </a:defRPr>
            </a:lvl7pPr>
            <a:lvl8pPr algn="l">
              <a:defRPr sz="1800">
                <a:solidFill>
                  <a:srgbClr val="BCD0EB"/>
                </a:solidFill>
                <a:latin typeface="Consolas"/>
                <a:ea typeface="Consolas"/>
                <a:cs typeface="Consolas"/>
              </a:defRPr>
            </a:lvl8pPr>
            <a:lvl9pPr algn="l">
              <a:defRPr sz="1800">
                <a:solidFill>
                  <a:srgbClr val="BCD0EB"/>
                </a:solidFill>
                <a:latin typeface="Consolas"/>
                <a:ea typeface="Consolas"/>
                <a:cs typeface="Consolas"/>
              </a:defRPr>
            </a:lvl9pPr>
          </a:lstStyle>
          <a:p>
            <a:pPr algn="l">
              <a:defRPr sz="1800">
                <a:solidFill>
                  <a:srgbClr val="BCD0EB"/>
                </a:solidFill>
                <a:latin typeface="Consolas"/>
                <a:ea typeface="Consolas"/>
                <a:cs typeface="Consolas"/>
              </a:defRPr>
            </a:pPr>
            <a:r>
              <a:rPr sz="1800">
                <a:solidFill>
                  <a:srgbClr val="BCD0EB"/>
                </a:solidFill>
                <a:latin typeface="Consolas"/>
                <a:ea typeface="Consolas"/>
                <a:cs typeface="Consolas"/>
              </a:rPr>
              <a:t>im1 = gaussian_laplace(citra, 0.1,</a:t>
            </a:r>
          </a:p>
          <a:p>
            <a:pPr algn="l">
              <a:defRPr sz="1800">
                <a:solidFill>
                  <a:srgbClr val="BCD0EB"/>
                </a:solidFill>
                <a:latin typeface="Consolas"/>
                <a:ea typeface="Consolas"/>
                <a:cs typeface="Consolas"/>
              </a:defRPr>
            </a:pPr>
            <a:r>
              <a:rPr sz="1800">
                <a:solidFill>
                  <a:srgbClr val="BCD0EB"/>
                </a:solidFill>
                <a:latin typeface="Consolas"/>
                <a:ea typeface="Consolas"/>
                <a:cs typeface="Consolas"/>
              </a:rPr>
              <a:t>                       mode='reflect')</a:t>
            </a:r>
          </a:p>
          <a:p>
            <a:pPr algn="l">
              <a:defRPr sz="1800">
                <a:solidFill>
                  <a:srgbClr val="BCD0EB"/>
                </a:solidFill>
                <a:latin typeface="Consolas"/>
                <a:ea typeface="Consolas"/>
                <a:cs typeface="Consolas"/>
              </a:defRPr>
            </a:pPr>
            <a:r>
              <a:rPr sz="1800">
                <a:solidFill>
                  <a:srgbClr val="BCD0EB"/>
                </a:solidFill>
                <a:latin typeface="Consolas"/>
                <a:ea typeface="Consolas"/>
                <a:cs typeface="Consolas"/>
              </a:rPr>
              <a:t>im2 = gaussian_laplace(citra, 0.2,</a:t>
            </a:r>
          </a:p>
          <a:p>
            <a:pPr algn="l">
              <a:defRPr sz="1800">
                <a:solidFill>
                  <a:srgbClr val="BCD0EB"/>
                </a:solidFill>
                <a:latin typeface="Consolas"/>
                <a:ea typeface="Consolas"/>
                <a:cs typeface="Consolas"/>
              </a:defRPr>
            </a:pPr>
            <a:r>
              <a:rPr sz="1800">
                <a:solidFill>
                  <a:srgbClr val="BCD0EB"/>
                </a:solidFill>
                <a:latin typeface="Consolas"/>
                <a:ea typeface="Consolas"/>
                <a:cs typeface="Consolas"/>
              </a:rPr>
              <a:t>                       mode='reflect')</a:t>
            </a:r>
          </a:p>
          <a:p>
            <a:pPr algn="l">
              <a:defRPr sz="1800">
                <a:solidFill>
                  <a:srgbClr val="BCD0EB"/>
                </a:solidFill>
                <a:latin typeface="Consolas"/>
                <a:ea typeface="Consolas"/>
                <a:cs typeface="Consolas"/>
              </a:defRPr>
            </a:pPr>
            <a:r>
              <a:rPr sz="1800">
                <a:solidFill>
                  <a:srgbClr val="BCD0EB"/>
                </a:solidFill>
                <a:latin typeface="Consolas"/>
                <a:ea typeface="Consolas"/>
                <a:cs typeface="Consolas"/>
              </a:rPr>
              <a:t>hasil = im1 - im2</a:t>
            </a:r>
          </a:p>
        </p:txBody>
      </p:sp>
    </p:spTree>
    <p:extLst>
      <p:ext uri="{BB962C8B-B14F-4D97-AF65-F5344CB8AC3E}">
        <p14:creationId xmlns:p14="http://schemas.microsoft.com/office/powerpoint/2010/main" val="30469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F39A4185-EB42-4500-9257-F4A92556568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1788A5C7-F9B2-4F0A-87E1-DC2DE3112DE1}"/>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1: hasil LoG dan selisihnya</a:t>
            </a:r>
          </a:p>
        </p:txBody>
      </p:sp>
      <p:sp>
        <p:nvSpPr>
          <p:cNvPr id="4" name="nomor-slide">
            <a:extLst>
              <a:ext uri="{FF2B5EF4-FFF2-40B4-BE49-F238E27FC236}">
                <a16:creationId xmlns:a16="http://schemas.microsoft.com/office/drawing/2014/main" id="{69447D12-B9CE-42D5-AD23-EB8F81444224}"/>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02 / 09</a:t>
            </a:r>
          </a:p>
        </p:txBody>
      </p:sp>
      <p:sp>
        <p:nvSpPr>
          <p:cNvPr id="5" name="label-respons-0">
            <a:extLst>
              <a:ext uri="{FF2B5EF4-FFF2-40B4-BE49-F238E27FC236}">
                <a16:creationId xmlns:a16="http://schemas.microsoft.com/office/drawing/2014/main" id="{C2458C25-4465-4B5B-A9FB-6AE4127C8629}"/>
              </a:ext>
            </a:extLst>
          </p:cNvPr>
          <p:cNvSpPr>
            <a:spLocks noGrp="1"/>
          </p:cNvSpPr>
          <p:nvPr/>
        </p:nvSpPr>
        <p:spPr>
          <a:xfrm>
            <a:off x="609600" y="1504950"/>
            <a:ext cx="3352800" cy="419100"/>
          </a:xfrm>
          <a:prstGeom prst="rect">
            <a:avLst/>
          </a:prstGeom>
          <a:noFill/>
          <a:ln w="0">
            <a:noFill/>
            <a:prstDash val="solid"/>
          </a:ln>
        </p:spPr>
        <p:txBody>
          <a:bodyPr wrap="square" lIns="0" tIns="0" rIns="0" bIns="0" anchor="t">
            <a:noAutofit/>
          </a:bodyPr>
          <a:lstStyle>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a:pPr algn="ctr">
              <a:defRPr sz="2250" b="1">
                <a:solidFill>
                  <a:srgbClr val="5DDFFF"/>
                </a:solidFill>
                <a:latin typeface="Arial"/>
                <a:ea typeface="Arial"/>
                <a:cs typeface="Arial"/>
              </a:defRPr>
            </a:pPr>
            <a:r>
              <a:rPr sz="2250" b="1">
                <a:solidFill>
                  <a:srgbClr val="5DDFFF"/>
                </a:solidFill>
                <a:latin typeface="Arial"/>
                <a:ea typeface="Arial"/>
                <a:cs typeface="Arial"/>
              </a:rPr>
              <a:t>im1 (σ = 0,1)</a:t>
            </a:r>
          </a:p>
        </p:txBody>
      </p:sp>
      <p:pic>
        <p:nvPicPr>
          <p:cNvPr id="6" name="Gambar 5">
            <a:extLst>
              <a:ext uri="{FF2B5EF4-FFF2-40B4-BE49-F238E27FC236}">
                <a16:creationId xmlns:a16="http://schemas.microsoft.com/office/drawing/2014/main" id="{53A12025-91DC-41A8-9D58-B354DA9BAE09}"/>
              </a:ext>
            </a:extLst>
          </p:cNvPr>
          <p:cNvPicPr>
            <a:picLocks noChangeAspect="1"/>
          </p:cNvPicPr>
          <p:nvPr/>
        </p:nvPicPr>
        <p:blipFill>
          <a:blip r:embed="rId4"/>
          <a:stretch/>
        </p:blipFill>
        <p:spPr>
          <a:xfrm>
            <a:off x="609600" y="2011363"/>
            <a:ext cx="3352800" cy="2235200"/>
          </a:xfrm>
          <a:prstGeom prst="rect">
            <a:avLst/>
          </a:prstGeom>
        </p:spPr>
      </p:pic>
      <p:sp>
        <p:nvSpPr>
          <p:cNvPr id="7" name="label-respons-1">
            <a:extLst>
              <a:ext uri="{FF2B5EF4-FFF2-40B4-BE49-F238E27FC236}">
                <a16:creationId xmlns:a16="http://schemas.microsoft.com/office/drawing/2014/main" id="{8A525641-E642-4B3B-B717-0297063FF7D4}"/>
              </a:ext>
            </a:extLst>
          </p:cNvPr>
          <p:cNvSpPr>
            <a:spLocks noGrp="1"/>
          </p:cNvSpPr>
          <p:nvPr/>
        </p:nvSpPr>
        <p:spPr>
          <a:xfrm>
            <a:off x="4419600" y="1504950"/>
            <a:ext cx="3352800" cy="419100"/>
          </a:xfrm>
          <a:prstGeom prst="rect">
            <a:avLst/>
          </a:prstGeom>
          <a:noFill/>
          <a:ln w="0">
            <a:noFill/>
            <a:prstDash val="solid"/>
          </a:ln>
        </p:spPr>
        <p:txBody>
          <a:bodyPr wrap="square" lIns="0" tIns="0" rIns="0" bIns="0" anchor="t">
            <a:noAutofit/>
          </a:bodyPr>
          <a:lstStyle>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a:pPr algn="ctr">
              <a:defRPr sz="2250" b="1">
                <a:solidFill>
                  <a:srgbClr val="5DDFFF"/>
                </a:solidFill>
                <a:latin typeface="Arial"/>
                <a:ea typeface="Arial"/>
                <a:cs typeface="Arial"/>
              </a:defRPr>
            </a:pPr>
            <a:r>
              <a:rPr sz="2250" b="1">
                <a:solidFill>
                  <a:srgbClr val="5DDFFF"/>
                </a:solidFill>
                <a:latin typeface="Arial"/>
                <a:ea typeface="Arial"/>
                <a:cs typeface="Arial"/>
              </a:rPr>
              <a:t>im2 (σ = 0,2)</a:t>
            </a:r>
          </a:p>
        </p:txBody>
      </p:sp>
      <p:pic>
        <p:nvPicPr>
          <p:cNvPr id="8" name="Gambar 7">
            <a:extLst>
              <a:ext uri="{FF2B5EF4-FFF2-40B4-BE49-F238E27FC236}">
                <a16:creationId xmlns:a16="http://schemas.microsoft.com/office/drawing/2014/main" id="{99EA563C-9D58-4A2F-AFC9-9E5711D0F174}"/>
              </a:ext>
            </a:extLst>
          </p:cNvPr>
          <p:cNvPicPr>
            <a:picLocks noChangeAspect="1"/>
          </p:cNvPicPr>
          <p:nvPr/>
        </p:nvPicPr>
        <p:blipFill>
          <a:blip r:embed="rId5"/>
          <a:stretch/>
        </p:blipFill>
        <p:spPr>
          <a:xfrm>
            <a:off x="4419600" y="2011363"/>
            <a:ext cx="3352800" cy="2235200"/>
          </a:xfrm>
          <a:prstGeom prst="rect">
            <a:avLst/>
          </a:prstGeom>
        </p:spPr>
      </p:pic>
      <p:sp>
        <p:nvSpPr>
          <p:cNvPr id="9" name="label-respons-2">
            <a:extLst>
              <a:ext uri="{FF2B5EF4-FFF2-40B4-BE49-F238E27FC236}">
                <a16:creationId xmlns:a16="http://schemas.microsoft.com/office/drawing/2014/main" id="{709E519F-3F2B-40F4-A4A9-99B2F2642787}"/>
              </a:ext>
            </a:extLst>
          </p:cNvPr>
          <p:cNvSpPr>
            <a:spLocks noGrp="1"/>
          </p:cNvSpPr>
          <p:nvPr/>
        </p:nvSpPr>
        <p:spPr>
          <a:xfrm>
            <a:off x="8229600" y="1504950"/>
            <a:ext cx="3352800" cy="419100"/>
          </a:xfrm>
          <a:prstGeom prst="rect">
            <a:avLst/>
          </a:prstGeom>
          <a:noFill/>
          <a:ln w="0">
            <a:noFill/>
            <a:prstDash val="solid"/>
          </a:ln>
        </p:spPr>
        <p:txBody>
          <a:bodyPr wrap="square" lIns="0" tIns="0" rIns="0" bIns="0" anchor="t">
            <a:noAutofit/>
          </a:bodyPr>
          <a:lstStyle>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a:pPr algn="ctr">
              <a:defRPr sz="2250" b="1">
                <a:solidFill>
                  <a:srgbClr val="5DDFFF"/>
                </a:solidFill>
                <a:latin typeface="Arial"/>
                <a:ea typeface="Arial"/>
                <a:cs typeface="Arial"/>
              </a:defRPr>
            </a:pPr>
            <a:r>
              <a:rPr sz="2250" b="1">
                <a:solidFill>
                  <a:srgbClr val="5DDFFF"/>
                </a:solidFill>
                <a:latin typeface="Arial"/>
                <a:ea typeface="Arial"/>
                <a:cs typeface="Arial"/>
              </a:rPr>
              <a:t>hasil = im1 − im2</a:t>
            </a:r>
          </a:p>
        </p:txBody>
      </p:sp>
      <p:pic>
        <p:nvPicPr>
          <p:cNvPr id="10" name="Gambar 9">
            <a:extLst>
              <a:ext uri="{FF2B5EF4-FFF2-40B4-BE49-F238E27FC236}">
                <a16:creationId xmlns:a16="http://schemas.microsoft.com/office/drawing/2014/main" id="{14D165A0-5C0F-4FAC-9C01-A41F181F007F}"/>
              </a:ext>
            </a:extLst>
          </p:cNvPr>
          <p:cNvPicPr>
            <a:picLocks noChangeAspect="1"/>
          </p:cNvPicPr>
          <p:nvPr/>
        </p:nvPicPr>
        <p:blipFill>
          <a:blip r:embed="rId6"/>
          <a:stretch/>
        </p:blipFill>
        <p:spPr>
          <a:xfrm>
            <a:off x="8229600" y="2011363"/>
            <a:ext cx="3352800" cy="2235200"/>
          </a:xfrm>
          <a:prstGeom prst="rect">
            <a:avLst/>
          </a:prstGeom>
        </p:spPr>
      </p:pic>
      <p:graphicFrame>
        <p:nvGraphicFramePr>
          <p:cNvPr id="11" name="Tabel 10">
            <a:extLst>
              <a:ext uri="{FF2B5EF4-FFF2-40B4-BE49-F238E27FC236}">
                <a16:creationId xmlns:a16="http://schemas.microsoft.com/office/drawing/2014/main" id="{B4D74339-0CA6-49DA-80AC-39EBA2642D89}"/>
              </a:ext>
            </a:extLst>
          </p:cNvPr>
          <p:cNvGraphicFramePr/>
          <p:nvPr/>
        </p:nvGraphicFramePr>
        <p:xfrm>
          <a:off x="609600" y="4429125"/>
          <a:ext cx="10972800" cy="1581150"/>
        </p:xfrm>
        <a:graphic>
          <a:graphicData uri="http://schemas.openxmlformats.org/drawingml/2006/table">
            <a:tbl>
              <a:tblPr/>
              <a:tblGrid>
                <a:gridCol w="3143250">
                  <a:extLst>
                    <a:ext uri="{9D8B030D-6E8A-4147-A177-3AD203B41FA5}">
                      <a16:colId xmlns:a16="http://schemas.microsoft.com/office/drawing/2014/main" val="20000"/>
                    </a:ext>
                  </a:extLst>
                </a:gridCol>
                <a:gridCol w="3914775">
                  <a:extLst>
                    <a:ext uri="{9D8B030D-6E8A-4147-A177-3AD203B41FA5}">
                      <a16:colId xmlns:a16="http://schemas.microsoft.com/office/drawing/2014/main" val="20001"/>
                    </a:ext>
                  </a:extLst>
                </a:gridCol>
                <a:gridCol w="3914775">
                  <a:extLst>
                    <a:ext uri="{9D8B030D-6E8A-4147-A177-3AD203B41FA5}">
                      <a16:colId xmlns:a16="http://schemas.microsoft.com/office/drawing/2014/main" val="20002"/>
                    </a:ext>
                  </a:extLst>
                </a:gridCol>
              </a:tblGrid>
              <a:tr h="395288">
                <a:tc>
                  <a:txBody>
                    <a:bodyPr/>
                    <a:lstStyle/>
                    <a:p>
                      <a:pPr algn="l"/>
                      <a:r>
                        <a:rPr sz="1875" b="1">
                          <a:solidFill>
                            <a:srgbClr val="F4F8FF"/>
                          </a:solidFill>
                          <a:latin typeface="Arial"/>
                          <a:ea typeface="Arial"/>
                          <a:cs typeface="Arial"/>
                        </a:rPr>
                        <a:t>Respons</a:t>
                      </a:r>
                    </a:p>
                  </a:txBody>
                  <a:tcPr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1875" b="1">
                          <a:solidFill>
                            <a:srgbClr val="F4F8FF"/>
                          </a:solidFill>
                          <a:latin typeface="Arial"/>
                          <a:ea typeface="Arial"/>
                          <a:cs typeface="Arial"/>
                        </a:rPr>
                        <a:t>Minimum</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1875" b="1">
                          <a:solidFill>
                            <a:srgbClr val="F4F8FF"/>
                          </a:solidFill>
                          <a:latin typeface="Arial"/>
                          <a:ea typeface="Arial"/>
                          <a:cs typeface="Arial"/>
                        </a:rPr>
                        <a:t>Maksimum</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extLst>
                  <a:ext uri="{0D108BD9-81ED-4DB2-BD59-A6C34878D82A}">
                    <a16:rowId xmlns:a16="http://schemas.microsoft.com/office/drawing/2014/main" val="10000"/>
                  </a:ext>
                </a:extLst>
              </a:tr>
              <a:tr h="395288">
                <a:tc>
                  <a:txBody>
                    <a:bodyPr/>
                    <a:lstStyle/>
                    <a:p>
                      <a:pPr algn="l"/>
                      <a:r>
                        <a:rPr sz="1875" b="0">
                          <a:solidFill>
                            <a:srgbClr val="F4F8FF"/>
                          </a:solidFill>
                          <a:latin typeface="Arial"/>
                          <a:ea typeface="Arial"/>
                          <a:cs typeface="Arial"/>
                        </a:rPr>
                        <a:t>im1</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1875" b="0">
                          <a:solidFill>
                            <a:srgbClr val="F4F8FF"/>
                          </a:solidFill>
                          <a:latin typeface="Arial"/>
                          <a:ea typeface="Arial"/>
                          <a:cs typeface="Arial"/>
                        </a:rPr>
                        <a:t>−200,00</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1875" b="0">
                          <a:solidFill>
                            <a:srgbClr val="F4F8FF"/>
                          </a:solidFill>
                          <a:latin typeface="Arial"/>
                          <a:ea typeface="Arial"/>
                          <a:cs typeface="Arial"/>
                        </a:rPr>
                        <a:t>−18,04</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1"/>
                  </a:ext>
                </a:extLst>
              </a:tr>
              <a:tr h="395288">
                <a:tc>
                  <a:txBody>
                    <a:bodyPr/>
                    <a:lstStyle/>
                    <a:p>
                      <a:pPr algn="l"/>
                      <a:r>
                        <a:rPr sz="1875" b="0">
                          <a:solidFill>
                            <a:srgbClr val="F4F8FF"/>
                          </a:solidFill>
                          <a:latin typeface="Arial"/>
                          <a:ea typeface="Arial"/>
                          <a:cs typeface="Arial"/>
                        </a:rPr>
                        <a:t>im2</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1875" b="0">
                          <a:solidFill>
                            <a:srgbClr val="F4F8FF"/>
                          </a:solidFill>
                          <a:latin typeface="Arial"/>
                          <a:ea typeface="Arial"/>
                          <a:cs typeface="Arial"/>
                        </a:rPr>
                        <a:t>−49,99</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1875" b="0">
                          <a:solidFill>
                            <a:srgbClr val="F4F8FF"/>
                          </a:solidFill>
                          <a:latin typeface="Arial"/>
                          <a:ea typeface="Arial"/>
                          <a:cs typeface="Arial"/>
                        </a:rPr>
                        <a:t>−4,51</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2"/>
                  </a:ext>
                </a:extLst>
              </a:tr>
              <a:tr h="395288">
                <a:tc>
                  <a:txBody>
                    <a:bodyPr/>
                    <a:lstStyle/>
                    <a:p>
                      <a:pPr algn="l"/>
                      <a:r>
                        <a:rPr sz="1875" b="0">
                          <a:solidFill>
                            <a:srgbClr val="F4F8FF"/>
                          </a:solidFill>
                          <a:latin typeface="Arial"/>
                          <a:ea typeface="Arial"/>
                          <a:cs typeface="Arial"/>
                        </a:rPr>
                        <a:t>hasil</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1875" b="0">
                          <a:solidFill>
                            <a:srgbClr val="F4F8FF"/>
                          </a:solidFill>
                          <a:latin typeface="Arial"/>
                          <a:ea typeface="Arial"/>
                          <a:cs typeface="Arial"/>
                        </a:rPr>
                        <a:t>−150,01</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1875" b="0">
                          <a:solidFill>
                            <a:srgbClr val="F4F8FF"/>
                          </a:solidFill>
                          <a:latin typeface="Arial"/>
                          <a:ea typeface="Arial"/>
                          <a:cs typeface="Arial"/>
                        </a:rPr>
                        <a:t>−13,53</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3"/>
                  </a:ext>
                </a:extLst>
              </a:tr>
            </a:tbl>
          </a:graphicData>
        </a:graphic>
      </p:graphicFrame>
      <p:sp>
        <p:nvSpPr>
          <p:cNvPr id="12" name="skala">
            <a:extLst>
              <a:ext uri="{FF2B5EF4-FFF2-40B4-BE49-F238E27FC236}">
                <a16:creationId xmlns:a16="http://schemas.microsoft.com/office/drawing/2014/main" id="{28B41A7D-BFD1-4198-BB7C-FD5EBDA6F6E3}"/>
              </a:ext>
            </a:extLst>
          </p:cNvPr>
          <p:cNvSpPr>
            <a:spLocks noGrp="1"/>
          </p:cNvSpPr>
          <p:nvPr/>
        </p:nvSpPr>
        <p:spPr>
          <a:xfrm>
            <a:off x="609600" y="6210300"/>
            <a:ext cx="10144125" cy="342900"/>
          </a:xfrm>
          <a:prstGeom prst="rect">
            <a:avLst/>
          </a:prstGeom>
          <a:noFill/>
          <a:ln w="0">
            <a:noFill/>
            <a:prstDash val="solid"/>
          </a:ln>
        </p:spPr>
        <p:txBody>
          <a:bodyPr wrap="square" lIns="0" tIns="0" rIns="0" bIns="0" anchor="t">
            <a:noAutofit/>
          </a:bodyPr>
          <a:lstStyle>
            <a:defPPr algn="l">
              <a:defRPr sz="1800">
                <a:solidFill>
                  <a:srgbClr val="BCD0EB"/>
                </a:solidFill>
                <a:latin typeface="Arial"/>
                <a:ea typeface="Arial"/>
                <a:cs typeface="Arial"/>
              </a:defRPr>
            </a:defPPr>
            <a:lvl1pPr algn="l">
              <a:defRPr sz="1800">
                <a:solidFill>
                  <a:srgbClr val="BCD0EB"/>
                </a:solidFill>
                <a:latin typeface="Arial"/>
                <a:ea typeface="Arial"/>
                <a:cs typeface="Arial"/>
              </a:defRPr>
            </a:lvl1pPr>
            <a:lvl2pPr algn="l">
              <a:defRPr sz="1800">
                <a:solidFill>
                  <a:srgbClr val="BCD0EB"/>
                </a:solidFill>
                <a:latin typeface="Arial"/>
                <a:ea typeface="Arial"/>
                <a:cs typeface="Arial"/>
              </a:defRPr>
            </a:lvl2pPr>
            <a:lvl3pPr algn="l">
              <a:defRPr sz="1800">
                <a:solidFill>
                  <a:srgbClr val="BCD0EB"/>
                </a:solidFill>
                <a:latin typeface="Arial"/>
                <a:ea typeface="Arial"/>
                <a:cs typeface="Arial"/>
              </a:defRPr>
            </a:lvl3pPr>
            <a:lvl4pPr algn="l">
              <a:defRPr sz="1800">
                <a:solidFill>
                  <a:srgbClr val="BCD0EB"/>
                </a:solidFill>
                <a:latin typeface="Arial"/>
                <a:ea typeface="Arial"/>
                <a:cs typeface="Arial"/>
              </a:defRPr>
            </a:lvl4pPr>
            <a:lvl5pPr algn="l">
              <a:defRPr sz="1800">
                <a:solidFill>
                  <a:srgbClr val="BCD0EB"/>
                </a:solidFill>
                <a:latin typeface="Arial"/>
                <a:ea typeface="Arial"/>
                <a:cs typeface="Arial"/>
              </a:defRPr>
            </a:lvl5pPr>
            <a:lvl6pPr algn="l">
              <a:defRPr sz="1800">
                <a:solidFill>
                  <a:srgbClr val="BCD0EB"/>
                </a:solidFill>
                <a:latin typeface="Arial"/>
                <a:ea typeface="Arial"/>
                <a:cs typeface="Arial"/>
              </a:defRPr>
            </a:lvl6pPr>
            <a:lvl7pPr algn="l">
              <a:defRPr sz="1800">
                <a:solidFill>
                  <a:srgbClr val="BCD0EB"/>
                </a:solidFill>
                <a:latin typeface="Arial"/>
                <a:ea typeface="Arial"/>
                <a:cs typeface="Arial"/>
              </a:defRPr>
            </a:lvl7pPr>
            <a:lvl8pPr algn="l">
              <a:defRPr sz="1800">
                <a:solidFill>
                  <a:srgbClr val="BCD0EB"/>
                </a:solidFill>
                <a:latin typeface="Arial"/>
                <a:ea typeface="Arial"/>
                <a:cs typeface="Arial"/>
              </a:defRPr>
            </a:lvl8pPr>
            <a:lvl9pPr algn="l">
              <a:defRPr sz="1800">
                <a:solidFill>
                  <a:srgbClr val="BCD0EB"/>
                </a:solidFill>
                <a:latin typeface="Arial"/>
                <a:ea typeface="Arial"/>
                <a:cs typeface="Arial"/>
              </a:defRPr>
            </a:lvl9pPr>
          </a:lstStyle>
          <a:p>
            <a:pPr algn="l">
              <a:defRPr sz="1800">
                <a:solidFill>
                  <a:srgbClr val="BCD0EB"/>
                </a:solidFill>
                <a:latin typeface="Arial"/>
                <a:ea typeface="Arial"/>
                <a:cs typeface="Arial"/>
              </a:defRPr>
            </a:pPr>
            <a:r>
              <a:rPr sz="1800">
                <a:solidFill>
                  <a:srgbClr val="BCD0EB"/>
                </a:solidFill>
                <a:latin typeface="Arial"/>
                <a:ea typeface="Arial"/>
                <a:cs typeface="Arial"/>
              </a:rPr>
              <a:t>PNG: skala bersama −200 hingga 200. Data asli bertanda disimpan ke .npy.</a:t>
            </a:r>
          </a:p>
        </p:txBody>
      </p:sp>
    </p:spTree>
    <p:extLst>
      <p:ext uri="{BB962C8B-B14F-4D97-AF65-F5344CB8AC3E}">
        <p14:creationId xmlns:p14="http://schemas.microsoft.com/office/powerpoint/2010/main" val="2055961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86C1BC23-736B-4E83-A0AE-F7C22AFB70F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F0F47DC2-3ABA-4C2E-9659-3C649BE11587}"/>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1: bias DC pada sigma kecil</a:t>
            </a:r>
          </a:p>
        </p:txBody>
      </p:sp>
      <p:sp>
        <p:nvSpPr>
          <p:cNvPr id="4" name="nomor-slide">
            <a:extLst>
              <a:ext uri="{FF2B5EF4-FFF2-40B4-BE49-F238E27FC236}">
                <a16:creationId xmlns:a16="http://schemas.microsoft.com/office/drawing/2014/main" id="{418FFC04-907E-4493-9F15-20B48B7B761D}"/>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03 / 09</a:t>
            </a:r>
          </a:p>
        </p:txBody>
      </p:sp>
      <p:sp>
        <p:nvSpPr>
          <p:cNvPr id="5" name="kernel">
            <a:extLst>
              <a:ext uri="{FF2B5EF4-FFF2-40B4-BE49-F238E27FC236}">
                <a16:creationId xmlns:a16="http://schemas.microsoft.com/office/drawing/2014/main" id="{498DE34C-93D4-4B83-902E-0713C37EE263}"/>
              </a:ext>
            </a:extLst>
          </p:cNvPr>
          <p:cNvSpPr>
            <a:spLocks noGrp="1"/>
          </p:cNvSpPr>
          <p:nvPr/>
        </p:nvSpPr>
        <p:spPr>
          <a:xfrm>
            <a:off x="609600" y="1714500"/>
            <a:ext cx="4857750" cy="942975"/>
          </a:xfrm>
          <a:prstGeom prst="rect">
            <a:avLst/>
          </a:prstGeom>
          <a:noFill/>
          <a:ln w="0">
            <a:noFill/>
            <a:prstDash val="solid"/>
          </a:ln>
        </p:spPr>
        <p:txBody>
          <a:bodyPr wrap="square" lIns="0" tIns="0" rIns="0" bIns="0" anchor="t">
            <a:noAutofit/>
          </a:bodyPr>
          <a:lstStyle>
            <a:defPPr algn="l">
              <a:defRPr sz="2400" b="1">
                <a:solidFill>
                  <a:srgbClr val="F4F8FF"/>
                </a:solidFill>
                <a:latin typeface="Arial"/>
                <a:ea typeface="Arial"/>
                <a:cs typeface="Arial"/>
              </a:defRPr>
            </a:defPPr>
            <a:lvl1pPr algn="l">
              <a:defRPr sz="2400" b="1">
                <a:solidFill>
                  <a:srgbClr val="F4F8FF"/>
                </a:solidFill>
                <a:latin typeface="Arial"/>
                <a:ea typeface="Arial"/>
                <a:cs typeface="Arial"/>
              </a:defRPr>
            </a:lvl1pPr>
            <a:lvl2pPr algn="l">
              <a:defRPr sz="2400" b="1">
                <a:solidFill>
                  <a:srgbClr val="F4F8FF"/>
                </a:solidFill>
                <a:latin typeface="Arial"/>
                <a:ea typeface="Arial"/>
                <a:cs typeface="Arial"/>
              </a:defRPr>
            </a:lvl2pPr>
            <a:lvl3pPr algn="l">
              <a:defRPr sz="2400" b="1">
                <a:solidFill>
                  <a:srgbClr val="F4F8FF"/>
                </a:solidFill>
                <a:latin typeface="Arial"/>
                <a:ea typeface="Arial"/>
                <a:cs typeface="Arial"/>
              </a:defRPr>
            </a:lvl3pPr>
            <a:lvl4pPr algn="l">
              <a:defRPr sz="2400" b="1">
                <a:solidFill>
                  <a:srgbClr val="F4F8FF"/>
                </a:solidFill>
                <a:latin typeface="Arial"/>
                <a:ea typeface="Arial"/>
                <a:cs typeface="Arial"/>
              </a:defRPr>
            </a:lvl4pPr>
            <a:lvl5pPr algn="l">
              <a:defRPr sz="2400" b="1">
                <a:solidFill>
                  <a:srgbClr val="F4F8FF"/>
                </a:solidFill>
                <a:latin typeface="Arial"/>
                <a:ea typeface="Arial"/>
                <a:cs typeface="Arial"/>
              </a:defRPr>
            </a:lvl5pPr>
            <a:lvl6pPr algn="l">
              <a:defRPr sz="2400" b="1">
                <a:solidFill>
                  <a:srgbClr val="F4F8FF"/>
                </a:solidFill>
                <a:latin typeface="Arial"/>
                <a:ea typeface="Arial"/>
                <a:cs typeface="Arial"/>
              </a:defRPr>
            </a:lvl6pPr>
            <a:lvl7pPr algn="l">
              <a:defRPr sz="2400" b="1">
                <a:solidFill>
                  <a:srgbClr val="F4F8FF"/>
                </a:solidFill>
                <a:latin typeface="Arial"/>
                <a:ea typeface="Arial"/>
                <a:cs typeface="Arial"/>
              </a:defRPr>
            </a:lvl7pPr>
            <a:lvl8pPr algn="l">
              <a:defRPr sz="2400" b="1">
                <a:solidFill>
                  <a:srgbClr val="F4F8FF"/>
                </a:solidFill>
                <a:latin typeface="Arial"/>
                <a:ea typeface="Arial"/>
                <a:cs typeface="Arial"/>
              </a:defRPr>
            </a:lvl8pPr>
            <a:lvl9pPr algn="l">
              <a:defRPr sz="2400" b="1">
                <a:solidFill>
                  <a:srgbClr val="F4F8FF"/>
                </a:solidFill>
                <a:latin typeface="Arial"/>
                <a:ea typeface="Arial"/>
                <a:cs typeface="Arial"/>
              </a:defRPr>
            </a:lvl9pPr>
          </a:lstStyle>
          <a:p>
            <a:pPr algn="l">
              <a:defRPr sz="2400" b="1">
                <a:solidFill>
                  <a:srgbClr val="F4F8FF"/>
                </a:solidFill>
                <a:latin typeface="Arial"/>
                <a:ea typeface="Arial"/>
                <a:cs typeface="Arial"/>
              </a:defRPr>
            </a:pPr>
            <a:r>
              <a:rPr sz="2400" b="1">
                <a:solidFill>
                  <a:srgbClr val="F4F8FF"/>
                </a:solidFill>
                <a:latin typeface="Arial"/>
                <a:ea typeface="Arial"/>
                <a:cs typeface="Arial"/>
              </a:rPr>
              <a:t>σ = 0,1 piksel</a:t>
            </a:r>
          </a:p>
          <a:p>
            <a:pPr algn="l">
              <a:defRPr sz="2400" b="1">
                <a:solidFill>
                  <a:srgbClr val="F4F8FF"/>
                </a:solidFill>
                <a:latin typeface="Arial"/>
                <a:ea typeface="Arial"/>
                <a:cs typeface="Arial"/>
              </a:defRPr>
            </a:pPr>
            <a:r>
              <a:rPr sz="2400" b="1">
                <a:solidFill>
                  <a:srgbClr val="F4F8FF"/>
                </a:solidFill>
                <a:latin typeface="Arial"/>
                <a:ea typeface="Arial"/>
                <a:cs typeface="Arial"/>
              </a:rPr>
              <a:t>Radius kernel 0</a:t>
            </a:r>
          </a:p>
        </p:txBody>
      </p:sp>
      <p:sp>
        <p:nvSpPr>
          <p:cNvPr id="6" name="bias">
            <a:extLst>
              <a:ext uri="{FF2B5EF4-FFF2-40B4-BE49-F238E27FC236}">
                <a16:creationId xmlns:a16="http://schemas.microsoft.com/office/drawing/2014/main" id="{2FB868A0-3F83-4ED8-8ECF-4784C8BB6BDA}"/>
              </a:ext>
            </a:extLst>
          </p:cNvPr>
          <p:cNvSpPr>
            <a:spLocks noGrp="1"/>
          </p:cNvSpPr>
          <p:nvPr/>
        </p:nvSpPr>
        <p:spPr>
          <a:xfrm>
            <a:off x="609600" y="2952750"/>
            <a:ext cx="5048250" cy="857250"/>
          </a:xfrm>
          <a:prstGeom prst="rect">
            <a:avLst/>
          </a:prstGeom>
          <a:noFill/>
          <a:ln w="0">
            <a:noFill/>
            <a:prstDash val="solid"/>
          </a:ln>
        </p:spPr>
        <p:txBody>
          <a:bodyPr wrap="square" lIns="0" tIns="0" rIns="0" bIns="0" anchor="t">
            <a:noAutofit/>
          </a:bodyPr>
          <a:lstStyle>
            <a:defPPr algn="l">
              <a:defRPr sz="3975" b="1">
                <a:solidFill>
                  <a:srgbClr val="5DDFFF"/>
                </a:solidFill>
                <a:latin typeface="Arial"/>
                <a:ea typeface="Arial"/>
                <a:cs typeface="Arial"/>
              </a:defRPr>
            </a:defPPr>
            <a:lvl1pPr algn="l">
              <a:defRPr sz="3975" b="1">
                <a:solidFill>
                  <a:srgbClr val="5DDFFF"/>
                </a:solidFill>
                <a:latin typeface="Arial"/>
                <a:ea typeface="Arial"/>
                <a:cs typeface="Arial"/>
              </a:defRPr>
            </a:lvl1pPr>
            <a:lvl2pPr algn="l">
              <a:defRPr sz="3975" b="1">
                <a:solidFill>
                  <a:srgbClr val="5DDFFF"/>
                </a:solidFill>
                <a:latin typeface="Arial"/>
                <a:ea typeface="Arial"/>
                <a:cs typeface="Arial"/>
              </a:defRPr>
            </a:lvl2pPr>
            <a:lvl3pPr algn="l">
              <a:defRPr sz="3975" b="1">
                <a:solidFill>
                  <a:srgbClr val="5DDFFF"/>
                </a:solidFill>
                <a:latin typeface="Arial"/>
                <a:ea typeface="Arial"/>
                <a:cs typeface="Arial"/>
              </a:defRPr>
            </a:lvl3pPr>
            <a:lvl4pPr algn="l">
              <a:defRPr sz="3975" b="1">
                <a:solidFill>
                  <a:srgbClr val="5DDFFF"/>
                </a:solidFill>
                <a:latin typeface="Arial"/>
                <a:ea typeface="Arial"/>
                <a:cs typeface="Arial"/>
              </a:defRPr>
            </a:lvl4pPr>
            <a:lvl5pPr algn="l">
              <a:defRPr sz="3975" b="1">
                <a:solidFill>
                  <a:srgbClr val="5DDFFF"/>
                </a:solidFill>
                <a:latin typeface="Arial"/>
                <a:ea typeface="Arial"/>
                <a:cs typeface="Arial"/>
              </a:defRPr>
            </a:lvl5pPr>
            <a:lvl6pPr algn="l">
              <a:defRPr sz="3975" b="1">
                <a:solidFill>
                  <a:srgbClr val="5DDFFF"/>
                </a:solidFill>
                <a:latin typeface="Arial"/>
                <a:ea typeface="Arial"/>
                <a:cs typeface="Arial"/>
              </a:defRPr>
            </a:lvl6pPr>
            <a:lvl7pPr algn="l">
              <a:defRPr sz="3975" b="1">
                <a:solidFill>
                  <a:srgbClr val="5DDFFF"/>
                </a:solidFill>
                <a:latin typeface="Arial"/>
                <a:ea typeface="Arial"/>
                <a:cs typeface="Arial"/>
              </a:defRPr>
            </a:lvl7pPr>
            <a:lvl8pPr algn="l">
              <a:defRPr sz="3975" b="1">
                <a:solidFill>
                  <a:srgbClr val="5DDFFF"/>
                </a:solidFill>
                <a:latin typeface="Arial"/>
                <a:ea typeface="Arial"/>
                <a:cs typeface="Arial"/>
              </a:defRPr>
            </a:lvl8pPr>
            <a:lvl9pPr algn="l">
              <a:defRPr sz="3975" b="1">
                <a:solidFill>
                  <a:srgbClr val="5DDFFF"/>
                </a:solidFill>
                <a:latin typeface="Arial"/>
                <a:ea typeface="Arial"/>
                <a:cs typeface="Arial"/>
              </a:defRPr>
            </a:lvl9pPr>
          </a:lstStyle>
          <a:p>
            <a:pPr algn="l">
              <a:defRPr sz="3975" b="1">
                <a:solidFill>
                  <a:srgbClr val="5DDFFF"/>
                </a:solidFill>
                <a:latin typeface="Arial"/>
                <a:ea typeface="Arial"/>
                <a:cs typeface="Arial"/>
              </a:defRPr>
            </a:pPr>
            <a:r>
              <a:rPr sz="3975" b="1">
                <a:solidFill>
                  <a:srgbClr val="5DDFFF"/>
                </a:solidFill>
                <a:latin typeface="Arial"/>
                <a:ea typeface="Arial"/>
                <a:cs typeface="Arial"/>
              </a:rPr>
              <a:t>L₀,₁(I) ≈ −200I</a:t>
            </a:r>
          </a:p>
        </p:txBody>
      </p:sp>
      <p:sp>
        <p:nvSpPr>
          <p:cNvPr id="7" name="penjelasan">
            <a:extLst>
              <a:ext uri="{FF2B5EF4-FFF2-40B4-BE49-F238E27FC236}">
                <a16:creationId xmlns:a16="http://schemas.microsoft.com/office/drawing/2014/main" id="{157A8FA8-BBAE-421E-B979-0DB31935BDE0}"/>
              </a:ext>
            </a:extLst>
          </p:cNvPr>
          <p:cNvSpPr>
            <a:spLocks noGrp="1"/>
          </p:cNvSpPr>
          <p:nvPr/>
        </p:nvSpPr>
        <p:spPr>
          <a:xfrm>
            <a:off x="609600" y="4200525"/>
            <a:ext cx="5048250" cy="1847850"/>
          </a:xfrm>
          <a:prstGeom prst="rect">
            <a:avLst/>
          </a:prstGeom>
          <a:noFill/>
          <a:ln w="0">
            <a:noFill/>
            <a:prstDash val="solid"/>
          </a:ln>
        </p:spPr>
        <p:txBody>
          <a:bodyPr wrap="square" lIns="0" tIns="0" rIns="0" bIns="0" anchor="t">
            <a:noAutofit/>
          </a:bodyPr>
          <a:lstStyle>
            <a:defPPr algn="l">
              <a:defRPr sz="2100">
                <a:solidFill>
                  <a:srgbClr val="F4F8FF"/>
                </a:solidFill>
                <a:latin typeface="Arial"/>
                <a:ea typeface="Arial"/>
                <a:cs typeface="Arial"/>
              </a:defRPr>
            </a:defPPr>
            <a:lvl1pPr algn="l">
              <a:defRPr sz="2100">
                <a:solidFill>
                  <a:srgbClr val="F4F8FF"/>
                </a:solidFill>
                <a:latin typeface="Arial"/>
                <a:ea typeface="Arial"/>
                <a:cs typeface="Arial"/>
              </a:defRPr>
            </a:lvl1pPr>
            <a:lvl2pPr algn="l">
              <a:defRPr sz="2100">
                <a:solidFill>
                  <a:srgbClr val="F4F8FF"/>
                </a:solidFill>
                <a:latin typeface="Arial"/>
                <a:ea typeface="Arial"/>
                <a:cs typeface="Arial"/>
              </a:defRPr>
            </a:lvl2pPr>
            <a:lvl3pPr algn="l">
              <a:defRPr sz="2100">
                <a:solidFill>
                  <a:srgbClr val="F4F8FF"/>
                </a:solidFill>
                <a:latin typeface="Arial"/>
                <a:ea typeface="Arial"/>
                <a:cs typeface="Arial"/>
              </a:defRPr>
            </a:lvl3pPr>
            <a:lvl4pPr algn="l">
              <a:defRPr sz="2100">
                <a:solidFill>
                  <a:srgbClr val="F4F8FF"/>
                </a:solidFill>
                <a:latin typeface="Arial"/>
                <a:ea typeface="Arial"/>
                <a:cs typeface="Arial"/>
              </a:defRPr>
            </a:lvl4pPr>
            <a:lvl5pPr algn="l">
              <a:defRPr sz="2100">
                <a:solidFill>
                  <a:srgbClr val="F4F8FF"/>
                </a:solidFill>
                <a:latin typeface="Arial"/>
                <a:ea typeface="Arial"/>
                <a:cs typeface="Arial"/>
              </a:defRPr>
            </a:lvl5pPr>
            <a:lvl6pPr algn="l">
              <a:defRPr sz="2100">
                <a:solidFill>
                  <a:srgbClr val="F4F8FF"/>
                </a:solidFill>
                <a:latin typeface="Arial"/>
                <a:ea typeface="Arial"/>
                <a:cs typeface="Arial"/>
              </a:defRPr>
            </a:lvl6pPr>
            <a:lvl7pPr algn="l">
              <a:defRPr sz="2100">
                <a:solidFill>
                  <a:srgbClr val="F4F8FF"/>
                </a:solidFill>
                <a:latin typeface="Arial"/>
                <a:ea typeface="Arial"/>
                <a:cs typeface="Arial"/>
              </a:defRPr>
            </a:lvl7pPr>
            <a:lvl8pPr algn="l">
              <a:defRPr sz="2100">
                <a:solidFill>
                  <a:srgbClr val="F4F8FF"/>
                </a:solidFill>
                <a:latin typeface="Arial"/>
                <a:ea typeface="Arial"/>
                <a:cs typeface="Arial"/>
              </a:defRPr>
            </a:lvl8pPr>
            <a:lvl9pPr algn="l">
              <a:defRPr sz="2100">
                <a:solidFill>
                  <a:srgbClr val="F4F8FF"/>
                </a:solidFill>
                <a:latin typeface="Arial"/>
                <a:ea typeface="Arial"/>
                <a:cs typeface="Arial"/>
              </a:defRPr>
            </a:lvl9pPr>
          </a:lstStyle>
          <a:p>
            <a:pPr algn="l">
              <a:defRPr sz="2100">
                <a:solidFill>
                  <a:srgbClr val="F4F8FF"/>
                </a:solidFill>
                <a:latin typeface="Arial"/>
                <a:ea typeface="Arial"/>
                <a:cs typeface="Arial"/>
              </a:defRPr>
            </a:pPr>
            <a:r>
              <a:rPr sz="2100">
                <a:solidFill>
                  <a:srgbClr val="F4F8FF"/>
                </a:solidFill>
                <a:latin typeface="Arial"/>
                <a:ea typeface="Arial"/>
                <a:cs typeface="Arial"/>
              </a:rPr>
              <a:t>LoG kontinu ideal memberi nol</a:t>
            </a:r>
          </a:p>
          <a:p>
            <a:pPr algn="l">
              <a:defRPr sz="2100">
                <a:solidFill>
                  <a:srgbClr val="F4F8FF"/>
                </a:solidFill>
                <a:latin typeface="Arial"/>
                <a:ea typeface="Arial"/>
                <a:cs typeface="Arial"/>
              </a:defRPr>
            </a:pPr>
            <a:r>
              <a:rPr sz="2100">
                <a:solidFill>
                  <a:srgbClr val="F4F8FF"/>
                </a:solidFill>
                <a:latin typeface="Arial"/>
                <a:ea typeface="Arial"/>
                <a:cs typeface="Arial"/>
              </a:rPr>
              <a:t>pada citra konstan.</a:t>
            </a:r>
          </a:p>
          <a:p>
            <a:endParaRPr sz="2100">
              <a:solidFill>
                <a:srgbClr val="F4F8FF"/>
              </a:solidFill>
              <a:latin typeface="Arial"/>
              <a:ea typeface="Arial"/>
              <a:cs typeface="Arial"/>
            </a:endParaRPr>
          </a:p>
          <a:p>
            <a:pPr algn="l">
              <a:defRPr sz="2100">
                <a:solidFill>
                  <a:srgbClr val="F4F8FF"/>
                </a:solidFill>
                <a:latin typeface="Arial"/>
                <a:ea typeface="Arial"/>
                <a:cs typeface="Arial"/>
              </a:defRPr>
            </a:pPr>
            <a:r>
              <a:rPr sz="2100">
                <a:solidFill>
                  <a:srgbClr val="F4F8FF"/>
                </a:solidFill>
                <a:latin typeface="Arial"/>
                <a:ea typeface="Arial"/>
                <a:cs typeface="Arial"/>
              </a:rPr>
              <a:t>Sampling diskret pada sigma</a:t>
            </a:r>
          </a:p>
          <a:p>
            <a:pPr algn="l">
              <a:defRPr sz="2100">
                <a:solidFill>
                  <a:srgbClr val="F4F8FF"/>
                </a:solidFill>
                <a:latin typeface="Arial"/>
                <a:ea typeface="Arial"/>
                <a:cs typeface="Arial"/>
              </a:defRPr>
            </a:pPr>
            <a:r>
              <a:rPr sz="2100">
                <a:solidFill>
                  <a:srgbClr val="F4F8FF"/>
                </a:solidFill>
                <a:latin typeface="Arial"/>
                <a:ea typeface="Arial"/>
                <a:cs typeface="Arial"/>
              </a:rPr>
              <a:t>kecil memberi bias DC.</a:t>
            </a:r>
          </a:p>
        </p:txBody>
      </p:sp>
      <p:graphicFrame>
        <p:nvGraphicFramePr>
          <p:cNvPr id="8" name="Tabel 7">
            <a:extLst>
              <a:ext uri="{FF2B5EF4-FFF2-40B4-BE49-F238E27FC236}">
                <a16:creationId xmlns:a16="http://schemas.microsoft.com/office/drawing/2014/main" id="{14885EA6-F763-43B2-96D3-95F616F05E3E}"/>
              </a:ext>
            </a:extLst>
          </p:cNvPr>
          <p:cNvGraphicFramePr/>
          <p:nvPr/>
        </p:nvGraphicFramePr>
        <p:xfrm>
          <a:off x="6124575" y="1943100"/>
          <a:ext cx="5457825" cy="2571750"/>
        </p:xfrm>
        <a:graphic>
          <a:graphicData uri="http://schemas.openxmlformats.org/drawingml/2006/table">
            <a:tbl>
              <a:tblPr/>
              <a:tblGrid>
                <a:gridCol w="2000250">
                  <a:extLst>
                    <a:ext uri="{9D8B030D-6E8A-4147-A177-3AD203B41FA5}">
                      <a16:colId xmlns:a16="http://schemas.microsoft.com/office/drawing/2014/main" val="20000"/>
                    </a:ext>
                  </a:extLst>
                </a:gridCol>
                <a:gridCol w="3457575">
                  <a:extLst>
                    <a:ext uri="{9D8B030D-6E8A-4147-A177-3AD203B41FA5}">
                      <a16:colId xmlns:a16="http://schemas.microsoft.com/office/drawing/2014/main" val="20001"/>
                    </a:ext>
                  </a:extLst>
                </a:gridCol>
              </a:tblGrid>
              <a:tr h="642938">
                <a:tc>
                  <a:txBody>
                    <a:bodyPr/>
                    <a:lstStyle/>
                    <a:p>
                      <a:pPr algn="l"/>
                      <a:r>
                        <a:rPr sz="2025" b="1">
                          <a:solidFill>
                            <a:srgbClr val="F4F8FF"/>
                          </a:solidFill>
                          <a:latin typeface="Arial"/>
                          <a:ea typeface="Arial"/>
                          <a:cs typeface="Arial"/>
                        </a:rPr>
                        <a:t>Respons</a:t>
                      </a:r>
                    </a:p>
                  </a:txBody>
                  <a:tcPr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2025" b="1">
                          <a:solidFill>
                            <a:srgbClr val="F4F8FF"/>
                          </a:solidFill>
                          <a:latin typeface="Arial"/>
                          <a:ea typeface="Arial"/>
                          <a:cs typeface="Arial"/>
                        </a:rPr>
                        <a:t>Masukan konstan 0,4</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extLst>
                  <a:ext uri="{0D108BD9-81ED-4DB2-BD59-A6C34878D82A}">
                    <a16:rowId xmlns:a16="http://schemas.microsoft.com/office/drawing/2014/main" val="10000"/>
                  </a:ext>
                </a:extLst>
              </a:tr>
              <a:tr h="642938">
                <a:tc>
                  <a:txBody>
                    <a:bodyPr/>
                    <a:lstStyle/>
                    <a:p>
                      <a:pPr algn="l"/>
                      <a:r>
                        <a:rPr sz="2025" b="0">
                          <a:solidFill>
                            <a:srgbClr val="F4F8FF"/>
                          </a:solidFill>
                          <a:latin typeface="Arial"/>
                          <a:ea typeface="Arial"/>
                          <a:cs typeface="Arial"/>
                        </a:rPr>
                        <a:t>im1</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025" b="0">
                          <a:solidFill>
                            <a:srgbClr val="F4F8FF"/>
                          </a:solidFill>
                          <a:latin typeface="Arial"/>
                          <a:ea typeface="Arial"/>
                          <a:cs typeface="Arial"/>
                        </a:rPr>
                        <a:t>−80,0000</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1"/>
                  </a:ext>
                </a:extLst>
              </a:tr>
              <a:tr h="642938">
                <a:tc>
                  <a:txBody>
                    <a:bodyPr/>
                    <a:lstStyle/>
                    <a:p>
                      <a:pPr algn="l"/>
                      <a:r>
                        <a:rPr sz="2025" b="0">
                          <a:solidFill>
                            <a:srgbClr val="F4F8FF"/>
                          </a:solidFill>
                          <a:latin typeface="Arial"/>
                          <a:ea typeface="Arial"/>
                          <a:cs typeface="Arial"/>
                        </a:rPr>
                        <a:t>im2</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2025" b="0">
                          <a:solidFill>
                            <a:srgbClr val="F4F8FF"/>
                          </a:solidFill>
                          <a:latin typeface="Arial"/>
                          <a:ea typeface="Arial"/>
                          <a:cs typeface="Arial"/>
                        </a:rPr>
                        <a:t>−19,9963</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2"/>
                  </a:ext>
                </a:extLst>
              </a:tr>
              <a:tr h="642938">
                <a:tc>
                  <a:txBody>
                    <a:bodyPr/>
                    <a:lstStyle/>
                    <a:p>
                      <a:pPr algn="l"/>
                      <a:r>
                        <a:rPr sz="2025" b="0">
                          <a:solidFill>
                            <a:srgbClr val="F4F8FF"/>
                          </a:solidFill>
                          <a:latin typeface="Arial"/>
                          <a:ea typeface="Arial"/>
                          <a:cs typeface="Arial"/>
                        </a:rPr>
                        <a:t>selisih</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025" b="0">
                          <a:solidFill>
                            <a:srgbClr val="F4F8FF"/>
                          </a:solidFill>
                          <a:latin typeface="Arial"/>
                          <a:ea typeface="Arial"/>
                          <a:cs typeface="Arial"/>
                        </a:rPr>
                        <a:t>−60,0037</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3"/>
                  </a:ext>
                </a:extLst>
              </a:tr>
            </a:tbl>
          </a:graphicData>
        </a:graphic>
      </p:graphicFrame>
      <p:sp>
        <p:nvSpPr>
          <p:cNvPr id="9" name="parameter">
            <a:extLst>
              <a:ext uri="{FF2B5EF4-FFF2-40B4-BE49-F238E27FC236}">
                <a16:creationId xmlns:a16="http://schemas.microsoft.com/office/drawing/2014/main" id="{B32101B4-3B90-4306-9BA3-194F9B365D2E}"/>
              </a:ext>
            </a:extLst>
          </p:cNvPr>
          <p:cNvSpPr>
            <a:spLocks noGrp="1"/>
          </p:cNvSpPr>
          <p:nvPr/>
        </p:nvSpPr>
        <p:spPr>
          <a:xfrm>
            <a:off x="6276975" y="5019675"/>
            <a:ext cx="5238750" cy="952500"/>
          </a:xfrm>
          <a:prstGeom prst="rect">
            <a:avLst/>
          </a:prstGeom>
          <a:noFill/>
          <a:ln w="0">
            <a:noFill/>
            <a:prstDash val="solid"/>
          </a:ln>
        </p:spPr>
        <p:txBody>
          <a:bodyPr wrap="square" lIns="0" tIns="0" rIns="0" bIns="0" anchor="t">
            <a:noAutofit/>
          </a:bodyPr>
          <a:lstStyle>
            <a:defPPr algn="l">
              <a:defRPr sz="2250" b="1">
                <a:solidFill>
                  <a:srgbClr val="5DDFFF"/>
                </a:solidFill>
                <a:latin typeface="Arial"/>
                <a:ea typeface="Arial"/>
                <a:cs typeface="Arial"/>
              </a:defRPr>
            </a:defPPr>
            <a:lvl1pPr algn="l">
              <a:defRPr sz="2250" b="1">
                <a:solidFill>
                  <a:srgbClr val="5DDFFF"/>
                </a:solidFill>
                <a:latin typeface="Arial"/>
                <a:ea typeface="Arial"/>
                <a:cs typeface="Arial"/>
              </a:defRPr>
            </a:lvl1pPr>
            <a:lvl2pPr algn="l">
              <a:defRPr sz="2250" b="1">
                <a:solidFill>
                  <a:srgbClr val="5DDFFF"/>
                </a:solidFill>
                <a:latin typeface="Arial"/>
                <a:ea typeface="Arial"/>
                <a:cs typeface="Arial"/>
              </a:defRPr>
            </a:lvl2pPr>
            <a:lvl3pPr algn="l">
              <a:defRPr sz="2250" b="1">
                <a:solidFill>
                  <a:srgbClr val="5DDFFF"/>
                </a:solidFill>
                <a:latin typeface="Arial"/>
                <a:ea typeface="Arial"/>
                <a:cs typeface="Arial"/>
              </a:defRPr>
            </a:lvl3pPr>
            <a:lvl4pPr algn="l">
              <a:defRPr sz="2250" b="1">
                <a:solidFill>
                  <a:srgbClr val="5DDFFF"/>
                </a:solidFill>
                <a:latin typeface="Arial"/>
                <a:ea typeface="Arial"/>
                <a:cs typeface="Arial"/>
              </a:defRPr>
            </a:lvl4pPr>
            <a:lvl5pPr algn="l">
              <a:defRPr sz="2250" b="1">
                <a:solidFill>
                  <a:srgbClr val="5DDFFF"/>
                </a:solidFill>
                <a:latin typeface="Arial"/>
                <a:ea typeface="Arial"/>
                <a:cs typeface="Arial"/>
              </a:defRPr>
            </a:lvl5pPr>
            <a:lvl6pPr algn="l">
              <a:defRPr sz="2250" b="1">
                <a:solidFill>
                  <a:srgbClr val="5DDFFF"/>
                </a:solidFill>
                <a:latin typeface="Arial"/>
                <a:ea typeface="Arial"/>
                <a:cs typeface="Arial"/>
              </a:defRPr>
            </a:lvl6pPr>
            <a:lvl7pPr algn="l">
              <a:defRPr sz="2250" b="1">
                <a:solidFill>
                  <a:srgbClr val="5DDFFF"/>
                </a:solidFill>
                <a:latin typeface="Arial"/>
                <a:ea typeface="Arial"/>
                <a:cs typeface="Arial"/>
              </a:defRPr>
            </a:lvl7pPr>
            <a:lvl8pPr algn="l">
              <a:defRPr sz="2250" b="1">
                <a:solidFill>
                  <a:srgbClr val="5DDFFF"/>
                </a:solidFill>
                <a:latin typeface="Arial"/>
                <a:ea typeface="Arial"/>
                <a:cs typeface="Arial"/>
              </a:defRPr>
            </a:lvl8pPr>
            <a:lvl9pPr algn="l">
              <a:defRPr sz="2250" b="1">
                <a:solidFill>
                  <a:srgbClr val="5DDFFF"/>
                </a:solidFill>
                <a:latin typeface="Arial"/>
                <a:ea typeface="Arial"/>
                <a:cs typeface="Arial"/>
              </a:defRPr>
            </a:lvl9pPr>
          </a:lstStyle>
          <a:p>
            <a:pPr algn="l">
              <a:defRPr sz="2250" b="1">
                <a:solidFill>
                  <a:srgbClr val="5DDFFF"/>
                </a:solidFill>
                <a:latin typeface="Arial"/>
                <a:ea typeface="Arial"/>
                <a:cs typeface="Arial"/>
              </a:defRPr>
            </a:pPr>
            <a:r>
              <a:rPr sz="2250" b="1">
                <a:solidFill>
                  <a:srgbClr val="5DDFFF"/>
                </a:solidFill>
                <a:latin typeface="Arial"/>
                <a:ea typeface="Arial"/>
                <a:cs typeface="Arial"/>
              </a:rPr>
              <a:t>Sigma tetap mengikuti soal.</a:t>
            </a:r>
          </a:p>
          <a:p>
            <a:pPr algn="l">
              <a:defRPr sz="2250" b="1">
                <a:solidFill>
                  <a:srgbClr val="5DDFFF"/>
                </a:solidFill>
                <a:latin typeface="Arial"/>
                <a:ea typeface="Arial"/>
                <a:cs typeface="Arial"/>
              </a:defRPr>
            </a:pPr>
            <a:r>
              <a:rPr sz="2250" b="1">
                <a:solidFill>
                  <a:srgbClr val="5DDFFF"/>
                </a:solidFill>
                <a:latin typeface="Arial"/>
                <a:ea typeface="Arial"/>
                <a:cs typeface="Arial"/>
              </a:rPr>
              <a:t>3 pengujian LoG lulus.</a:t>
            </a:r>
          </a:p>
        </p:txBody>
      </p:sp>
    </p:spTree>
    <p:extLst>
      <p:ext uri="{BB962C8B-B14F-4D97-AF65-F5344CB8AC3E}">
        <p14:creationId xmlns:p14="http://schemas.microsoft.com/office/powerpoint/2010/main" val="81236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9E570CC6-CC74-4CB8-B7AF-E3EAB3C2D65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8C531EE8-1661-4434-B613-17A909A8CD1D}"/>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2: pemisahan karakter</a:t>
            </a:r>
          </a:p>
        </p:txBody>
      </p:sp>
      <p:sp>
        <p:nvSpPr>
          <p:cNvPr id="4" name="nomor-slide">
            <a:extLst>
              <a:ext uri="{FF2B5EF4-FFF2-40B4-BE49-F238E27FC236}">
                <a16:creationId xmlns:a16="http://schemas.microsoft.com/office/drawing/2014/main" id="{63060B97-0CB0-4BAD-A5D3-EDA07A4EC82D}"/>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04 / 09</a:t>
            </a:r>
          </a:p>
        </p:txBody>
      </p:sp>
      <p:pic>
        <p:nvPicPr>
          <p:cNvPr id="5" name="Gambar 4">
            <a:extLst>
              <a:ext uri="{FF2B5EF4-FFF2-40B4-BE49-F238E27FC236}">
                <a16:creationId xmlns:a16="http://schemas.microsoft.com/office/drawing/2014/main" id="{318E8071-CCD2-4427-9DF9-91C0EECCF8D4}"/>
              </a:ext>
            </a:extLst>
          </p:cNvPr>
          <p:cNvPicPr>
            <a:picLocks noChangeAspect="1"/>
          </p:cNvPicPr>
          <p:nvPr/>
        </p:nvPicPr>
        <p:blipFill>
          <a:blip r:embed="rId4"/>
          <a:stretch/>
        </p:blipFill>
        <p:spPr>
          <a:xfrm>
            <a:off x="609600" y="1736857"/>
            <a:ext cx="4476750" cy="3955787"/>
          </a:xfrm>
          <a:prstGeom prst="rect">
            <a:avLst/>
          </a:prstGeom>
        </p:spPr>
      </p:pic>
      <p:sp>
        <p:nvSpPr>
          <p:cNvPr id="6" name="jumlah-karakter">
            <a:extLst>
              <a:ext uri="{FF2B5EF4-FFF2-40B4-BE49-F238E27FC236}">
                <a16:creationId xmlns:a16="http://schemas.microsoft.com/office/drawing/2014/main" id="{824D93CB-F15D-4B57-A6F4-2C1BF200147C}"/>
              </a:ext>
            </a:extLst>
          </p:cNvPr>
          <p:cNvSpPr>
            <a:spLocks noGrp="1"/>
          </p:cNvSpPr>
          <p:nvPr/>
        </p:nvSpPr>
        <p:spPr>
          <a:xfrm>
            <a:off x="5838825" y="1657350"/>
            <a:ext cx="5715000" cy="904875"/>
          </a:xfrm>
          <a:prstGeom prst="rect">
            <a:avLst/>
          </a:prstGeom>
          <a:noFill/>
          <a:ln w="0">
            <a:noFill/>
            <a:prstDash val="solid"/>
          </a:ln>
        </p:spPr>
        <p:txBody>
          <a:bodyPr wrap="square" lIns="0" tIns="0" rIns="0" bIns="0" anchor="t">
            <a:noAutofit/>
          </a:bodyPr>
          <a:lstStyle>
            <a:defPPr algn="l">
              <a:defRPr sz="4800" b="1">
                <a:solidFill>
                  <a:srgbClr val="5DDFFF"/>
                </a:solidFill>
                <a:latin typeface="Arial"/>
                <a:ea typeface="Arial"/>
                <a:cs typeface="Arial"/>
              </a:defRPr>
            </a:defPPr>
            <a:lvl1pPr algn="l">
              <a:defRPr sz="4800" b="1">
                <a:solidFill>
                  <a:srgbClr val="5DDFFF"/>
                </a:solidFill>
                <a:latin typeface="Arial"/>
                <a:ea typeface="Arial"/>
                <a:cs typeface="Arial"/>
              </a:defRPr>
            </a:lvl1pPr>
            <a:lvl2pPr algn="l">
              <a:defRPr sz="4800" b="1">
                <a:solidFill>
                  <a:srgbClr val="5DDFFF"/>
                </a:solidFill>
                <a:latin typeface="Arial"/>
                <a:ea typeface="Arial"/>
                <a:cs typeface="Arial"/>
              </a:defRPr>
            </a:lvl2pPr>
            <a:lvl3pPr algn="l">
              <a:defRPr sz="4800" b="1">
                <a:solidFill>
                  <a:srgbClr val="5DDFFF"/>
                </a:solidFill>
                <a:latin typeface="Arial"/>
                <a:ea typeface="Arial"/>
                <a:cs typeface="Arial"/>
              </a:defRPr>
            </a:lvl3pPr>
            <a:lvl4pPr algn="l">
              <a:defRPr sz="4800" b="1">
                <a:solidFill>
                  <a:srgbClr val="5DDFFF"/>
                </a:solidFill>
                <a:latin typeface="Arial"/>
                <a:ea typeface="Arial"/>
                <a:cs typeface="Arial"/>
              </a:defRPr>
            </a:lvl4pPr>
            <a:lvl5pPr algn="l">
              <a:defRPr sz="4800" b="1">
                <a:solidFill>
                  <a:srgbClr val="5DDFFF"/>
                </a:solidFill>
                <a:latin typeface="Arial"/>
                <a:ea typeface="Arial"/>
                <a:cs typeface="Arial"/>
              </a:defRPr>
            </a:lvl5pPr>
            <a:lvl6pPr algn="l">
              <a:defRPr sz="4800" b="1">
                <a:solidFill>
                  <a:srgbClr val="5DDFFF"/>
                </a:solidFill>
                <a:latin typeface="Arial"/>
                <a:ea typeface="Arial"/>
                <a:cs typeface="Arial"/>
              </a:defRPr>
            </a:lvl6pPr>
            <a:lvl7pPr algn="l">
              <a:defRPr sz="4800" b="1">
                <a:solidFill>
                  <a:srgbClr val="5DDFFF"/>
                </a:solidFill>
                <a:latin typeface="Arial"/>
                <a:ea typeface="Arial"/>
                <a:cs typeface="Arial"/>
              </a:defRPr>
            </a:lvl7pPr>
            <a:lvl8pPr algn="l">
              <a:defRPr sz="4800" b="1">
                <a:solidFill>
                  <a:srgbClr val="5DDFFF"/>
                </a:solidFill>
                <a:latin typeface="Arial"/>
                <a:ea typeface="Arial"/>
                <a:cs typeface="Arial"/>
              </a:defRPr>
            </a:lvl8pPr>
            <a:lvl9pPr algn="l">
              <a:defRPr sz="4800" b="1">
                <a:solidFill>
                  <a:srgbClr val="5DDFFF"/>
                </a:solidFill>
                <a:latin typeface="Arial"/>
                <a:ea typeface="Arial"/>
                <a:cs typeface="Arial"/>
              </a:defRPr>
            </a:lvl9pPr>
          </a:lstStyle>
          <a:p>
            <a:pPr algn="l">
              <a:defRPr sz="4800" b="1">
                <a:solidFill>
                  <a:srgbClr val="5DDFFF"/>
                </a:solidFill>
                <a:latin typeface="Arial"/>
                <a:ea typeface="Arial"/>
                <a:cs typeface="Arial"/>
              </a:defRPr>
            </a:pPr>
            <a:r>
              <a:rPr sz="4800" b="1">
                <a:solidFill>
                  <a:srgbClr val="5DDFFF"/>
                </a:solidFill>
                <a:latin typeface="Arial"/>
                <a:ea typeface="Arial"/>
                <a:cs typeface="Arial"/>
              </a:rPr>
              <a:t>18 karakter</a:t>
            </a:r>
          </a:p>
        </p:txBody>
      </p:sp>
      <p:graphicFrame>
        <p:nvGraphicFramePr>
          <p:cNvPr id="7" name="Tabel 6">
            <a:extLst>
              <a:ext uri="{FF2B5EF4-FFF2-40B4-BE49-F238E27FC236}">
                <a16:creationId xmlns:a16="http://schemas.microsoft.com/office/drawing/2014/main" id="{92845F25-A6E1-4664-95C0-2A2DA8E074A3}"/>
              </a:ext>
            </a:extLst>
          </p:cNvPr>
          <p:cNvGraphicFramePr/>
          <p:nvPr/>
        </p:nvGraphicFramePr>
        <p:xfrm>
          <a:off x="5838825" y="2905125"/>
          <a:ext cx="5743575" cy="2000250"/>
        </p:xfrm>
        <a:graphic>
          <a:graphicData uri="http://schemas.openxmlformats.org/drawingml/2006/table">
            <a:tbl>
              <a:tblPr/>
              <a:tblGrid>
                <a:gridCol w="3714750">
                  <a:extLst>
                    <a:ext uri="{9D8B030D-6E8A-4147-A177-3AD203B41FA5}">
                      <a16:colId xmlns:a16="http://schemas.microsoft.com/office/drawing/2014/main" val="20000"/>
                    </a:ext>
                  </a:extLst>
                </a:gridCol>
                <a:gridCol w="2028825">
                  <a:extLst>
                    <a:ext uri="{9D8B030D-6E8A-4147-A177-3AD203B41FA5}">
                      <a16:colId xmlns:a16="http://schemas.microsoft.com/office/drawing/2014/main" val="20001"/>
                    </a:ext>
                  </a:extLst>
                </a:gridCol>
              </a:tblGrid>
              <a:tr h="500063">
                <a:tc>
                  <a:txBody>
                    <a:bodyPr/>
                    <a:lstStyle/>
                    <a:p>
                      <a:pPr algn="l"/>
                      <a:r>
                        <a:rPr sz="2175" b="1">
                          <a:solidFill>
                            <a:srgbClr val="F4F8FF"/>
                          </a:solidFill>
                          <a:latin typeface="Arial"/>
                          <a:ea typeface="Arial"/>
                          <a:cs typeface="Arial"/>
                        </a:rPr>
                        <a:t>Teks acuan</a:t>
                      </a:r>
                    </a:p>
                  </a:txBody>
                  <a:tcPr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2175" b="1">
                          <a:solidFill>
                            <a:srgbClr val="F4F8FF"/>
                          </a:solidFill>
                          <a:latin typeface="Arial"/>
                          <a:ea typeface="Arial"/>
                          <a:cs typeface="Arial"/>
                        </a:rPr>
                        <a:t>Jumlah</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extLst>
                  <a:ext uri="{0D108BD9-81ED-4DB2-BD59-A6C34878D82A}">
                    <a16:rowId xmlns:a16="http://schemas.microsoft.com/office/drawing/2014/main" val="10000"/>
                  </a:ext>
                </a:extLst>
              </a:tr>
              <a:tr h="500063">
                <a:tc>
                  <a:txBody>
                    <a:bodyPr/>
                    <a:lstStyle/>
                    <a:p>
                      <a:pPr algn="l"/>
                      <a:r>
                        <a:rPr sz="2175" b="0">
                          <a:solidFill>
                            <a:srgbClr val="F4F8FF"/>
                          </a:solidFill>
                          <a:latin typeface="Arial"/>
                          <a:ea typeface="Arial"/>
                          <a:cs typeface="Arial"/>
                        </a:rPr>
                        <a:t>ZEUS</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75" b="0">
                          <a:solidFill>
                            <a:srgbClr val="F4F8FF"/>
                          </a:solidFill>
                          <a:latin typeface="Arial"/>
                          <a:ea typeface="Arial"/>
                          <a:cs typeface="Arial"/>
                        </a:rPr>
                        <a:t>4</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1"/>
                  </a:ext>
                </a:extLst>
              </a:tr>
              <a:tr h="500063">
                <a:tc>
                  <a:txBody>
                    <a:bodyPr/>
                    <a:lstStyle/>
                    <a:p>
                      <a:pPr algn="l"/>
                      <a:r>
                        <a:rPr sz="2175" b="0">
                          <a:solidFill>
                            <a:srgbClr val="F4F8FF"/>
                          </a:solidFill>
                          <a:latin typeface="Arial"/>
                          <a:ea typeface="Arial"/>
                          <a:cs typeface="Arial"/>
                        </a:rPr>
                        <a:t>TWINPEAK</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2175" b="0">
                          <a:solidFill>
                            <a:srgbClr val="F4F8FF"/>
                          </a:solidFill>
                          <a:latin typeface="Arial"/>
                          <a:ea typeface="Arial"/>
                          <a:cs typeface="Arial"/>
                        </a:rPr>
                        <a:t>8</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2"/>
                  </a:ext>
                </a:extLst>
              </a:tr>
              <a:tr h="500063">
                <a:tc>
                  <a:txBody>
                    <a:bodyPr/>
                    <a:lstStyle/>
                    <a:p>
                      <a:pPr algn="l"/>
                      <a:r>
                        <a:rPr sz="2175" b="0">
                          <a:solidFill>
                            <a:srgbClr val="F4F8FF"/>
                          </a:solidFill>
                          <a:latin typeface="Arial"/>
                          <a:ea typeface="Arial"/>
                          <a:cs typeface="Arial"/>
                        </a:rPr>
                        <a:t>ACOSTA</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75" b="0">
                          <a:solidFill>
                            <a:srgbClr val="F4F8FF"/>
                          </a:solidFill>
                          <a:latin typeface="Arial"/>
                          <a:ea typeface="Arial"/>
                          <a:cs typeface="Arial"/>
                        </a:rPr>
                        <a:t>6</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3"/>
                  </a:ext>
                </a:extLst>
              </a:tr>
            </a:tbl>
          </a:graphicData>
        </a:graphic>
      </p:graphicFrame>
      <p:sp>
        <p:nvSpPr>
          <p:cNvPr id="8" name="tujuan">
            <a:extLst>
              <a:ext uri="{FF2B5EF4-FFF2-40B4-BE49-F238E27FC236}">
                <a16:creationId xmlns:a16="http://schemas.microsoft.com/office/drawing/2014/main" id="{B6BE22B8-E3C7-4A02-98DF-E69C17D76D1D}"/>
              </a:ext>
            </a:extLst>
          </p:cNvPr>
          <p:cNvSpPr>
            <a:spLocks noGrp="1"/>
          </p:cNvSpPr>
          <p:nvPr/>
        </p:nvSpPr>
        <p:spPr>
          <a:xfrm>
            <a:off x="5838825" y="5286375"/>
            <a:ext cx="5743575" cy="952500"/>
          </a:xfrm>
          <a:prstGeom prst="rect">
            <a:avLst/>
          </a:prstGeom>
          <a:noFill/>
          <a:ln w="0">
            <a:noFill/>
            <a:prstDash val="solid"/>
          </a:ln>
        </p:spPr>
        <p:txBody>
          <a:bodyPr wrap="square" lIns="0" tIns="0" rIns="0" bIns="0" anchor="t">
            <a:noAutofit/>
          </a:bodyPr>
          <a:lstStyle>
            <a:defPPr algn="l">
              <a:defRPr sz="2100">
                <a:solidFill>
                  <a:srgbClr val="F4F8FF"/>
                </a:solidFill>
                <a:latin typeface="Arial"/>
                <a:ea typeface="Arial"/>
                <a:cs typeface="Arial"/>
              </a:defRPr>
            </a:defPPr>
            <a:lvl1pPr algn="l">
              <a:defRPr sz="2100">
                <a:solidFill>
                  <a:srgbClr val="F4F8FF"/>
                </a:solidFill>
                <a:latin typeface="Arial"/>
                <a:ea typeface="Arial"/>
                <a:cs typeface="Arial"/>
              </a:defRPr>
            </a:lvl1pPr>
            <a:lvl2pPr algn="l">
              <a:defRPr sz="2100">
                <a:solidFill>
                  <a:srgbClr val="F4F8FF"/>
                </a:solidFill>
                <a:latin typeface="Arial"/>
                <a:ea typeface="Arial"/>
                <a:cs typeface="Arial"/>
              </a:defRPr>
            </a:lvl2pPr>
            <a:lvl3pPr algn="l">
              <a:defRPr sz="2100">
                <a:solidFill>
                  <a:srgbClr val="F4F8FF"/>
                </a:solidFill>
                <a:latin typeface="Arial"/>
                <a:ea typeface="Arial"/>
                <a:cs typeface="Arial"/>
              </a:defRPr>
            </a:lvl3pPr>
            <a:lvl4pPr algn="l">
              <a:defRPr sz="2100">
                <a:solidFill>
                  <a:srgbClr val="F4F8FF"/>
                </a:solidFill>
                <a:latin typeface="Arial"/>
                <a:ea typeface="Arial"/>
                <a:cs typeface="Arial"/>
              </a:defRPr>
            </a:lvl4pPr>
            <a:lvl5pPr algn="l">
              <a:defRPr sz="2100">
                <a:solidFill>
                  <a:srgbClr val="F4F8FF"/>
                </a:solidFill>
                <a:latin typeface="Arial"/>
                <a:ea typeface="Arial"/>
                <a:cs typeface="Arial"/>
              </a:defRPr>
            </a:lvl5pPr>
            <a:lvl6pPr algn="l">
              <a:defRPr sz="2100">
                <a:solidFill>
                  <a:srgbClr val="F4F8FF"/>
                </a:solidFill>
                <a:latin typeface="Arial"/>
                <a:ea typeface="Arial"/>
                <a:cs typeface="Arial"/>
              </a:defRPr>
            </a:lvl6pPr>
            <a:lvl7pPr algn="l">
              <a:defRPr sz="2100">
                <a:solidFill>
                  <a:srgbClr val="F4F8FF"/>
                </a:solidFill>
                <a:latin typeface="Arial"/>
                <a:ea typeface="Arial"/>
                <a:cs typeface="Arial"/>
              </a:defRPr>
            </a:lvl7pPr>
            <a:lvl8pPr algn="l">
              <a:defRPr sz="2100">
                <a:solidFill>
                  <a:srgbClr val="F4F8FF"/>
                </a:solidFill>
                <a:latin typeface="Arial"/>
                <a:ea typeface="Arial"/>
                <a:cs typeface="Arial"/>
              </a:defRPr>
            </a:lvl8pPr>
            <a:lvl9pPr algn="l">
              <a:defRPr sz="2100">
                <a:solidFill>
                  <a:srgbClr val="F4F8FF"/>
                </a:solidFill>
                <a:latin typeface="Arial"/>
                <a:ea typeface="Arial"/>
                <a:cs typeface="Arial"/>
              </a:defRPr>
            </a:lvl9pPr>
          </a:lstStyle>
          <a:p>
            <a:pPr algn="l">
              <a:defRPr sz="2100">
                <a:solidFill>
                  <a:srgbClr val="F4F8FF"/>
                </a:solidFill>
                <a:latin typeface="Arial"/>
                <a:ea typeface="Arial"/>
                <a:cs typeface="Arial"/>
              </a:defRPr>
            </a:pPr>
            <a:r>
              <a:rPr sz="2100">
                <a:solidFill>
                  <a:srgbClr val="F4F8FF"/>
                </a:solidFill>
                <a:latin typeface="Arial"/>
                <a:ea typeface="Arial"/>
                <a:cs typeface="Arial"/>
              </a:rPr>
              <a:t>Satu karakter menjadi satu gambar.</a:t>
            </a:r>
          </a:p>
          <a:p>
            <a:pPr algn="l">
              <a:defRPr sz="2100">
                <a:solidFill>
                  <a:srgbClr val="F4F8FF"/>
                </a:solidFill>
                <a:latin typeface="Arial"/>
                <a:ea typeface="Arial"/>
                <a:cs typeface="Arial"/>
              </a:defRPr>
            </a:pPr>
            <a:r>
              <a:rPr sz="2100">
                <a:solidFill>
                  <a:srgbClr val="F4F8FF"/>
                </a:solidFill>
                <a:latin typeface="Arial"/>
                <a:ea typeface="Arial"/>
                <a:cs typeface="Arial"/>
              </a:rPr>
              <a:t>Karakter terang, terpisah, pada latar gelap.</a:t>
            </a:r>
          </a:p>
        </p:txBody>
      </p:sp>
    </p:spTree>
    <p:extLst>
      <p:ext uri="{BB962C8B-B14F-4D97-AF65-F5344CB8AC3E}">
        <p14:creationId xmlns:p14="http://schemas.microsoft.com/office/powerpoint/2010/main" val="1809358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DB3F4614-2C2F-4645-842B-05226B6B8D19}"/>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6722AB39-F93C-4B3C-B272-0E8E50D9B316}"/>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2: metode regionprops</a:t>
            </a:r>
          </a:p>
        </p:txBody>
      </p:sp>
      <p:sp>
        <p:nvSpPr>
          <p:cNvPr id="4" name="nomor-slide">
            <a:extLst>
              <a:ext uri="{FF2B5EF4-FFF2-40B4-BE49-F238E27FC236}">
                <a16:creationId xmlns:a16="http://schemas.microsoft.com/office/drawing/2014/main" id="{A080EF8F-62D9-4648-B471-3BF80937C07C}"/>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05 / 09</a:t>
            </a:r>
          </a:p>
        </p:txBody>
      </p:sp>
      <p:graphicFrame>
        <p:nvGraphicFramePr>
          <p:cNvPr id="5" name="Tabel 4">
            <a:extLst>
              <a:ext uri="{FF2B5EF4-FFF2-40B4-BE49-F238E27FC236}">
                <a16:creationId xmlns:a16="http://schemas.microsoft.com/office/drawing/2014/main" id="{5CF3EEA8-2B12-49E9-AD8E-981B1551ADDB}"/>
              </a:ext>
            </a:extLst>
          </p:cNvPr>
          <p:cNvGraphicFramePr/>
          <p:nvPr/>
        </p:nvGraphicFramePr>
        <p:xfrm>
          <a:off x="609600" y="1752600"/>
          <a:ext cx="5810250" cy="2552700"/>
        </p:xfrm>
        <a:graphic>
          <a:graphicData uri="http://schemas.openxmlformats.org/drawingml/2006/table">
            <a:tbl>
              <a:tblPr/>
              <a:tblGrid>
                <a:gridCol w="18097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638175">
                <a:tc>
                  <a:txBody>
                    <a:bodyPr/>
                    <a:lstStyle/>
                    <a:p>
                      <a:pPr algn="l"/>
                      <a:r>
                        <a:rPr sz="2100" b="1">
                          <a:solidFill>
                            <a:srgbClr val="F4F8FF"/>
                          </a:solidFill>
                          <a:latin typeface="Arial"/>
                          <a:ea typeface="Arial"/>
                          <a:cs typeface="Arial"/>
                        </a:rPr>
                        <a:t>Atribut</a:t>
                      </a:r>
                    </a:p>
                  </a:txBody>
                  <a:tcPr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2100" b="1">
                          <a:solidFill>
                            <a:srgbClr val="F4F8FF"/>
                          </a:solidFill>
                          <a:latin typeface="Arial"/>
                          <a:ea typeface="Arial"/>
                          <a:cs typeface="Arial"/>
                        </a:rPr>
                        <a:t>Peran</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extLst>
                  <a:ext uri="{0D108BD9-81ED-4DB2-BD59-A6C34878D82A}">
                    <a16:rowId xmlns:a16="http://schemas.microsoft.com/office/drawing/2014/main" val="10000"/>
                  </a:ext>
                </a:extLst>
              </a:tr>
              <a:tr h="638175">
                <a:tc>
                  <a:txBody>
                    <a:bodyPr/>
                    <a:lstStyle/>
                    <a:p>
                      <a:pPr algn="l"/>
                      <a:r>
                        <a:rPr sz="2100" b="0">
                          <a:solidFill>
                            <a:srgbClr val="F4F8FF"/>
                          </a:solidFill>
                          <a:latin typeface="Arial"/>
                          <a:ea typeface="Arial"/>
                          <a:cs typeface="Arial"/>
                        </a:rPr>
                        <a:t>bbox</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00" b="0">
                          <a:solidFill>
                            <a:srgbClr val="F4F8FF"/>
                          </a:solidFill>
                          <a:latin typeface="Arial"/>
                          <a:ea typeface="Arial"/>
                          <a:cs typeface="Arial"/>
                        </a:rPr>
                        <a:t>Batas dan filter border</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1"/>
                  </a:ext>
                </a:extLst>
              </a:tr>
              <a:tr h="638175">
                <a:tc>
                  <a:txBody>
                    <a:bodyPr/>
                    <a:lstStyle/>
                    <a:p>
                      <a:pPr algn="l"/>
                      <a:r>
                        <a:rPr sz="2100" b="0">
                          <a:solidFill>
                            <a:srgbClr val="F4F8FF"/>
                          </a:solidFill>
                          <a:latin typeface="Arial"/>
                          <a:ea typeface="Arial"/>
                          <a:cs typeface="Arial"/>
                        </a:rPr>
                        <a:t>image</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2100" b="0">
                          <a:solidFill>
                            <a:srgbClr val="F4F8FF"/>
                          </a:solidFill>
                          <a:latin typeface="Arial"/>
                          <a:ea typeface="Arial"/>
                          <a:cs typeface="Arial"/>
                        </a:rPr>
                        <a:t>Mask karakter individual</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2"/>
                  </a:ext>
                </a:extLst>
              </a:tr>
              <a:tr h="638175">
                <a:tc>
                  <a:txBody>
                    <a:bodyPr/>
                    <a:lstStyle/>
                    <a:p>
                      <a:pPr algn="l"/>
                      <a:r>
                        <a:rPr sz="2100" b="0">
                          <a:solidFill>
                            <a:srgbClr val="F4F8FF"/>
                          </a:solidFill>
                          <a:latin typeface="Arial"/>
                          <a:ea typeface="Arial"/>
                          <a:cs typeface="Arial"/>
                        </a:rPr>
                        <a:t>centroid</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00" b="0">
                          <a:solidFill>
                            <a:srgbClr val="F4F8FF"/>
                          </a:solidFill>
                          <a:latin typeface="Arial"/>
                          <a:ea typeface="Arial"/>
                          <a:cs typeface="Arial"/>
                        </a:rPr>
                        <a:t>Pengurutan baris</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3"/>
                  </a:ext>
                </a:extLst>
              </a:tr>
            </a:tbl>
          </a:graphicData>
        </a:graphic>
      </p:graphicFrame>
      <p:sp>
        <p:nvSpPr>
          <p:cNvPr id="6" name="alur">
            <a:extLst>
              <a:ext uri="{FF2B5EF4-FFF2-40B4-BE49-F238E27FC236}">
                <a16:creationId xmlns:a16="http://schemas.microsoft.com/office/drawing/2014/main" id="{04BB6C20-1F48-487B-BD42-61641DCD930B}"/>
              </a:ext>
            </a:extLst>
          </p:cNvPr>
          <p:cNvSpPr>
            <a:spLocks noGrp="1"/>
          </p:cNvSpPr>
          <p:nvPr/>
        </p:nvSpPr>
        <p:spPr>
          <a:xfrm>
            <a:off x="6953250" y="1790700"/>
            <a:ext cx="4629150" cy="2524125"/>
          </a:xfrm>
          <a:prstGeom prst="rect">
            <a:avLst/>
          </a:prstGeom>
          <a:noFill/>
          <a:ln w="0">
            <a:noFill/>
            <a:prstDash val="solid"/>
          </a:ln>
        </p:spPr>
        <p:txBody>
          <a:bodyPr wrap="square" lIns="0" tIns="0" rIns="0" bIns="0" anchor="t">
            <a:noAutofit/>
          </a:bodyPr>
          <a:lstStyle>
            <a:defPPr algn="l">
              <a:defRPr sz="2175">
                <a:solidFill>
                  <a:srgbClr val="F4F8FF"/>
                </a:solidFill>
                <a:latin typeface="Arial"/>
                <a:ea typeface="Arial"/>
                <a:cs typeface="Arial"/>
              </a:defRPr>
            </a:defPPr>
            <a:lvl1pPr algn="l">
              <a:defRPr sz="2175">
                <a:solidFill>
                  <a:srgbClr val="F4F8FF"/>
                </a:solidFill>
                <a:latin typeface="Arial"/>
                <a:ea typeface="Arial"/>
                <a:cs typeface="Arial"/>
              </a:defRPr>
            </a:lvl1pPr>
            <a:lvl2pPr algn="l">
              <a:defRPr sz="2175">
                <a:solidFill>
                  <a:srgbClr val="F4F8FF"/>
                </a:solidFill>
                <a:latin typeface="Arial"/>
                <a:ea typeface="Arial"/>
                <a:cs typeface="Arial"/>
              </a:defRPr>
            </a:lvl2pPr>
            <a:lvl3pPr algn="l">
              <a:defRPr sz="2175">
                <a:solidFill>
                  <a:srgbClr val="F4F8FF"/>
                </a:solidFill>
                <a:latin typeface="Arial"/>
                <a:ea typeface="Arial"/>
                <a:cs typeface="Arial"/>
              </a:defRPr>
            </a:lvl3pPr>
            <a:lvl4pPr algn="l">
              <a:defRPr sz="2175">
                <a:solidFill>
                  <a:srgbClr val="F4F8FF"/>
                </a:solidFill>
                <a:latin typeface="Arial"/>
                <a:ea typeface="Arial"/>
                <a:cs typeface="Arial"/>
              </a:defRPr>
            </a:lvl4pPr>
            <a:lvl5pPr algn="l">
              <a:defRPr sz="2175">
                <a:solidFill>
                  <a:srgbClr val="F4F8FF"/>
                </a:solidFill>
                <a:latin typeface="Arial"/>
                <a:ea typeface="Arial"/>
                <a:cs typeface="Arial"/>
              </a:defRPr>
            </a:lvl5pPr>
            <a:lvl6pPr algn="l">
              <a:defRPr sz="2175">
                <a:solidFill>
                  <a:srgbClr val="F4F8FF"/>
                </a:solidFill>
                <a:latin typeface="Arial"/>
                <a:ea typeface="Arial"/>
                <a:cs typeface="Arial"/>
              </a:defRPr>
            </a:lvl6pPr>
            <a:lvl7pPr algn="l">
              <a:defRPr sz="2175">
                <a:solidFill>
                  <a:srgbClr val="F4F8FF"/>
                </a:solidFill>
                <a:latin typeface="Arial"/>
                <a:ea typeface="Arial"/>
                <a:cs typeface="Arial"/>
              </a:defRPr>
            </a:lvl7pPr>
            <a:lvl8pPr algn="l">
              <a:defRPr sz="2175">
                <a:solidFill>
                  <a:srgbClr val="F4F8FF"/>
                </a:solidFill>
                <a:latin typeface="Arial"/>
                <a:ea typeface="Arial"/>
                <a:cs typeface="Arial"/>
              </a:defRPr>
            </a:lvl8pPr>
            <a:lvl9pPr algn="l">
              <a:defRPr sz="2175">
                <a:solidFill>
                  <a:srgbClr val="F4F8FF"/>
                </a:solidFill>
                <a:latin typeface="Arial"/>
                <a:ea typeface="Arial"/>
                <a:cs typeface="Arial"/>
              </a:defRPr>
            </a:lvl9pPr>
          </a:lstStyle>
          <a:p>
            <a:pPr algn="l">
              <a:defRPr sz="2175">
                <a:solidFill>
                  <a:srgbClr val="F4F8FF"/>
                </a:solidFill>
                <a:latin typeface="Arial"/>
                <a:ea typeface="Arial"/>
                <a:cs typeface="Arial"/>
              </a:defRPr>
            </a:pPr>
            <a:r>
              <a:rPr sz="2175">
                <a:solidFill>
                  <a:srgbClr val="F4F8FF"/>
                </a:solidFill>
                <a:latin typeface="Arial"/>
                <a:ea typeface="Arial"/>
                <a:cs typeface="Arial"/>
              </a:rPr>
              <a:t>Otsu dan hapus objek &lt; 10 px²</a:t>
            </a:r>
          </a:p>
          <a:p>
            <a:endParaRPr sz="2175">
              <a:solidFill>
                <a:srgbClr val="F4F8FF"/>
              </a:solidFill>
              <a:latin typeface="Arial"/>
              <a:ea typeface="Arial"/>
              <a:cs typeface="Arial"/>
            </a:endParaRPr>
          </a:p>
          <a:p>
            <a:pPr algn="l">
              <a:defRPr sz="2175">
                <a:solidFill>
                  <a:srgbClr val="F4F8FF"/>
                </a:solidFill>
                <a:latin typeface="Arial"/>
                <a:ea typeface="Arial"/>
                <a:cs typeface="Arial"/>
              </a:defRPr>
            </a:pPr>
            <a:r>
              <a:rPr sz="2175">
                <a:solidFill>
                  <a:srgbClr val="F4F8FF"/>
                </a:solidFill>
                <a:latin typeface="Arial"/>
                <a:ea typeface="Arial"/>
                <a:cs typeface="Arial"/>
              </a:rPr>
              <a:t>Label komponen 8 tetangga</a:t>
            </a:r>
          </a:p>
          <a:p>
            <a:endParaRPr sz="2175">
              <a:solidFill>
                <a:srgbClr val="F4F8FF"/>
              </a:solidFill>
              <a:latin typeface="Arial"/>
              <a:ea typeface="Arial"/>
              <a:cs typeface="Arial"/>
            </a:endParaRPr>
          </a:p>
          <a:p>
            <a:pPr algn="l">
              <a:defRPr sz="2175">
                <a:solidFill>
                  <a:srgbClr val="F4F8FF"/>
                </a:solidFill>
                <a:latin typeface="Arial"/>
                <a:ea typeface="Arial"/>
                <a:cs typeface="Arial"/>
              </a:defRPr>
            </a:pPr>
            <a:r>
              <a:rPr sz="2175">
                <a:solidFill>
                  <a:srgbClr val="F4F8FF"/>
                </a:solidFill>
                <a:latin typeface="Arial"/>
                <a:ea typeface="Arial"/>
                <a:cs typeface="Arial"/>
              </a:rPr>
              <a:t>RANSAC mengurutkan baris</a:t>
            </a:r>
          </a:p>
        </p:txBody>
      </p:sp>
      <p:sp>
        <p:nvSpPr>
          <p:cNvPr id="7" name="kode-karakter">
            <a:extLst>
              <a:ext uri="{FF2B5EF4-FFF2-40B4-BE49-F238E27FC236}">
                <a16:creationId xmlns:a16="http://schemas.microsoft.com/office/drawing/2014/main" id="{4770F6D7-2FC0-4177-9FC0-EA15C896E81C}"/>
              </a:ext>
            </a:extLst>
          </p:cNvPr>
          <p:cNvSpPr>
            <a:spLocks noGrp="1"/>
          </p:cNvSpPr>
          <p:nvPr/>
        </p:nvSpPr>
        <p:spPr>
          <a:xfrm>
            <a:off x="609600" y="4914900"/>
            <a:ext cx="10972800" cy="1285875"/>
          </a:xfrm>
          <a:prstGeom prst="rect">
            <a:avLst/>
          </a:prstGeom>
          <a:noFill/>
          <a:ln w="0">
            <a:noFill/>
            <a:prstDash val="solid"/>
          </a:ln>
        </p:spPr>
        <p:txBody>
          <a:bodyPr wrap="square" lIns="0" tIns="0" rIns="0" bIns="0" anchor="t">
            <a:noAutofit/>
          </a:bodyPr>
          <a:lstStyle>
            <a:defPPr algn="l">
              <a:defRPr sz="1950">
                <a:solidFill>
                  <a:srgbClr val="BCD0EB"/>
                </a:solidFill>
                <a:latin typeface="Consolas"/>
                <a:ea typeface="Consolas"/>
                <a:cs typeface="Consolas"/>
              </a:defRPr>
            </a:defPPr>
            <a:lvl1pPr algn="l">
              <a:defRPr sz="1950">
                <a:solidFill>
                  <a:srgbClr val="BCD0EB"/>
                </a:solidFill>
                <a:latin typeface="Consolas"/>
                <a:ea typeface="Consolas"/>
                <a:cs typeface="Consolas"/>
              </a:defRPr>
            </a:lvl1pPr>
            <a:lvl2pPr algn="l">
              <a:defRPr sz="1950">
                <a:solidFill>
                  <a:srgbClr val="BCD0EB"/>
                </a:solidFill>
                <a:latin typeface="Consolas"/>
                <a:ea typeface="Consolas"/>
                <a:cs typeface="Consolas"/>
              </a:defRPr>
            </a:lvl2pPr>
            <a:lvl3pPr algn="l">
              <a:defRPr sz="1950">
                <a:solidFill>
                  <a:srgbClr val="BCD0EB"/>
                </a:solidFill>
                <a:latin typeface="Consolas"/>
                <a:ea typeface="Consolas"/>
                <a:cs typeface="Consolas"/>
              </a:defRPr>
            </a:lvl3pPr>
            <a:lvl4pPr algn="l">
              <a:defRPr sz="1950">
                <a:solidFill>
                  <a:srgbClr val="BCD0EB"/>
                </a:solidFill>
                <a:latin typeface="Consolas"/>
                <a:ea typeface="Consolas"/>
                <a:cs typeface="Consolas"/>
              </a:defRPr>
            </a:lvl4pPr>
            <a:lvl5pPr algn="l">
              <a:defRPr sz="1950">
                <a:solidFill>
                  <a:srgbClr val="BCD0EB"/>
                </a:solidFill>
                <a:latin typeface="Consolas"/>
                <a:ea typeface="Consolas"/>
                <a:cs typeface="Consolas"/>
              </a:defRPr>
            </a:lvl5pPr>
            <a:lvl6pPr algn="l">
              <a:defRPr sz="1950">
                <a:solidFill>
                  <a:srgbClr val="BCD0EB"/>
                </a:solidFill>
                <a:latin typeface="Consolas"/>
                <a:ea typeface="Consolas"/>
                <a:cs typeface="Consolas"/>
              </a:defRPr>
            </a:lvl6pPr>
            <a:lvl7pPr algn="l">
              <a:defRPr sz="1950">
                <a:solidFill>
                  <a:srgbClr val="BCD0EB"/>
                </a:solidFill>
                <a:latin typeface="Consolas"/>
                <a:ea typeface="Consolas"/>
                <a:cs typeface="Consolas"/>
              </a:defRPr>
            </a:lvl7pPr>
            <a:lvl8pPr algn="l">
              <a:defRPr sz="1950">
                <a:solidFill>
                  <a:srgbClr val="BCD0EB"/>
                </a:solidFill>
                <a:latin typeface="Consolas"/>
                <a:ea typeface="Consolas"/>
                <a:cs typeface="Consolas"/>
              </a:defRPr>
            </a:lvl8pPr>
            <a:lvl9pPr algn="l">
              <a:defRPr sz="1950">
                <a:solidFill>
                  <a:srgbClr val="BCD0EB"/>
                </a:solidFill>
                <a:latin typeface="Consolas"/>
                <a:ea typeface="Consolas"/>
                <a:cs typeface="Consolas"/>
              </a:defRPr>
            </a:lvl9pPr>
          </a:lstStyle>
          <a:p>
            <a:pPr algn="l">
              <a:defRPr sz="1950">
                <a:solidFill>
                  <a:srgbClr val="BCD0EB"/>
                </a:solidFill>
                <a:latin typeface="Consolas"/>
                <a:ea typeface="Consolas"/>
                <a:cs typeface="Consolas"/>
              </a:defRPr>
            </a:pPr>
            <a:r>
              <a:rPr sz="1950">
                <a:solidFill>
                  <a:srgbClr val="BCD0EB"/>
                </a:solidFill>
                <a:latin typeface="Consolas"/>
                <a:ea typeface="Consolas"/>
                <a:cs typeface="Consolas"/>
              </a:rPr>
              <a:t>char = (region.image * 255).astype(np.uint8)</a:t>
            </a:r>
          </a:p>
          <a:p>
            <a:pPr algn="l">
              <a:defRPr sz="1950">
                <a:solidFill>
                  <a:srgbClr val="BCD0EB"/>
                </a:solidFill>
                <a:latin typeface="Consolas"/>
                <a:ea typeface="Consolas"/>
                <a:cs typeface="Consolas"/>
              </a:defRPr>
            </a:pPr>
            <a:r>
              <a:rPr sz="1950">
                <a:solidFill>
                  <a:srgbClr val="BCD0EB"/>
                </a:solidFill>
                <a:latin typeface="Consolas"/>
                <a:ea typeface="Consolas"/>
                <a:cs typeface="Consolas"/>
              </a:rPr>
              <a:t>char = np.pad(char, 3, mode="constant")</a:t>
            </a:r>
          </a:p>
          <a:p>
            <a:pPr algn="l">
              <a:defRPr sz="1950">
                <a:solidFill>
                  <a:srgbClr val="BCD0EB"/>
                </a:solidFill>
                <a:latin typeface="Consolas"/>
                <a:ea typeface="Consolas"/>
                <a:cs typeface="Consolas"/>
              </a:defRPr>
            </a:pPr>
            <a:r>
              <a:rPr sz="1950">
                <a:solidFill>
                  <a:srgbClr val="BCD0EB"/>
                </a:solidFill>
                <a:latin typeface="Consolas"/>
                <a:ea typeface="Consolas"/>
                <a:cs typeface="Consolas"/>
              </a:rPr>
              <a:t>io.imsave(nama_file, char, check_contrast=False)</a:t>
            </a:r>
          </a:p>
        </p:txBody>
      </p:sp>
    </p:spTree>
    <p:extLst>
      <p:ext uri="{BB962C8B-B14F-4D97-AF65-F5344CB8AC3E}">
        <p14:creationId xmlns:p14="http://schemas.microsoft.com/office/powerpoint/2010/main" val="2047159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FFBA0CEB-5E32-4CB4-B7DE-52A7CE37A9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F5D09320-3685-4362-8F01-A6BAD8B91A0E}"/>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2: hasil segmentasi karakter</a:t>
            </a:r>
          </a:p>
        </p:txBody>
      </p:sp>
      <p:sp>
        <p:nvSpPr>
          <p:cNvPr id="4" name="nomor-slide">
            <a:extLst>
              <a:ext uri="{FF2B5EF4-FFF2-40B4-BE49-F238E27FC236}">
                <a16:creationId xmlns:a16="http://schemas.microsoft.com/office/drawing/2014/main" id="{8281C3B9-7B86-4BBB-8ED0-7EFFCFF65792}"/>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06 / 09</a:t>
            </a:r>
          </a:p>
        </p:txBody>
      </p:sp>
      <p:pic>
        <p:nvPicPr>
          <p:cNvPr id="5" name="Gambar 4">
            <a:extLst>
              <a:ext uri="{FF2B5EF4-FFF2-40B4-BE49-F238E27FC236}">
                <a16:creationId xmlns:a16="http://schemas.microsoft.com/office/drawing/2014/main" id="{E83DC518-CB07-431B-B7D9-91971FEC7260}"/>
              </a:ext>
            </a:extLst>
          </p:cNvPr>
          <p:cNvPicPr>
            <a:picLocks noChangeAspect="1"/>
          </p:cNvPicPr>
          <p:nvPr/>
        </p:nvPicPr>
        <p:blipFill>
          <a:blip r:embed="rId4"/>
          <a:stretch/>
        </p:blipFill>
        <p:spPr>
          <a:xfrm>
            <a:off x="609600" y="1648321"/>
            <a:ext cx="4762500" cy="4380508"/>
          </a:xfrm>
          <a:prstGeom prst="rect">
            <a:avLst/>
          </a:prstGeom>
        </p:spPr>
      </p:pic>
      <p:sp>
        <p:nvSpPr>
          <p:cNvPr id="6" name="gambar-individual">
            <a:extLst>
              <a:ext uri="{FF2B5EF4-FFF2-40B4-BE49-F238E27FC236}">
                <a16:creationId xmlns:a16="http://schemas.microsoft.com/office/drawing/2014/main" id="{CA2E4ED4-14C5-466B-BBE2-8F9DBD050086}"/>
              </a:ext>
            </a:extLst>
          </p:cNvPr>
          <p:cNvSpPr>
            <a:spLocks noGrp="1"/>
          </p:cNvSpPr>
          <p:nvPr/>
        </p:nvSpPr>
        <p:spPr>
          <a:xfrm>
            <a:off x="6086475" y="1619250"/>
            <a:ext cx="5495925" cy="476250"/>
          </a:xfrm>
          <a:prstGeom prst="rect">
            <a:avLst/>
          </a:prstGeom>
          <a:noFill/>
          <a:ln w="0">
            <a:noFill/>
            <a:prstDash val="solid"/>
          </a:ln>
        </p:spPr>
        <p:txBody>
          <a:bodyPr wrap="square" lIns="0" tIns="0" rIns="0" bIns="0" anchor="t">
            <a:noAutofit/>
          </a:bodyPr>
          <a:lstStyle>
            <a:defPPr algn="l">
              <a:defRPr sz="2325" b="1">
                <a:solidFill>
                  <a:srgbClr val="5DDFFF"/>
                </a:solidFill>
                <a:latin typeface="Arial"/>
                <a:ea typeface="Arial"/>
                <a:cs typeface="Arial"/>
              </a:defRPr>
            </a:defPPr>
            <a:lvl1pPr algn="l">
              <a:defRPr sz="2325" b="1">
                <a:solidFill>
                  <a:srgbClr val="5DDFFF"/>
                </a:solidFill>
                <a:latin typeface="Arial"/>
                <a:ea typeface="Arial"/>
                <a:cs typeface="Arial"/>
              </a:defRPr>
            </a:lvl1pPr>
            <a:lvl2pPr algn="l">
              <a:defRPr sz="2325" b="1">
                <a:solidFill>
                  <a:srgbClr val="5DDFFF"/>
                </a:solidFill>
                <a:latin typeface="Arial"/>
                <a:ea typeface="Arial"/>
                <a:cs typeface="Arial"/>
              </a:defRPr>
            </a:lvl2pPr>
            <a:lvl3pPr algn="l">
              <a:defRPr sz="2325" b="1">
                <a:solidFill>
                  <a:srgbClr val="5DDFFF"/>
                </a:solidFill>
                <a:latin typeface="Arial"/>
                <a:ea typeface="Arial"/>
                <a:cs typeface="Arial"/>
              </a:defRPr>
            </a:lvl3pPr>
            <a:lvl4pPr algn="l">
              <a:defRPr sz="2325" b="1">
                <a:solidFill>
                  <a:srgbClr val="5DDFFF"/>
                </a:solidFill>
                <a:latin typeface="Arial"/>
                <a:ea typeface="Arial"/>
                <a:cs typeface="Arial"/>
              </a:defRPr>
            </a:lvl4pPr>
            <a:lvl5pPr algn="l">
              <a:defRPr sz="2325" b="1">
                <a:solidFill>
                  <a:srgbClr val="5DDFFF"/>
                </a:solidFill>
                <a:latin typeface="Arial"/>
                <a:ea typeface="Arial"/>
                <a:cs typeface="Arial"/>
              </a:defRPr>
            </a:lvl5pPr>
            <a:lvl6pPr algn="l">
              <a:defRPr sz="2325" b="1">
                <a:solidFill>
                  <a:srgbClr val="5DDFFF"/>
                </a:solidFill>
                <a:latin typeface="Arial"/>
                <a:ea typeface="Arial"/>
                <a:cs typeface="Arial"/>
              </a:defRPr>
            </a:lvl6pPr>
            <a:lvl7pPr algn="l">
              <a:defRPr sz="2325" b="1">
                <a:solidFill>
                  <a:srgbClr val="5DDFFF"/>
                </a:solidFill>
                <a:latin typeface="Arial"/>
                <a:ea typeface="Arial"/>
                <a:cs typeface="Arial"/>
              </a:defRPr>
            </a:lvl7pPr>
            <a:lvl8pPr algn="l">
              <a:defRPr sz="2325" b="1">
                <a:solidFill>
                  <a:srgbClr val="5DDFFF"/>
                </a:solidFill>
                <a:latin typeface="Arial"/>
                <a:ea typeface="Arial"/>
                <a:cs typeface="Arial"/>
              </a:defRPr>
            </a:lvl8pPr>
            <a:lvl9pPr algn="l">
              <a:defRPr sz="2325" b="1">
                <a:solidFill>
                  <a:srgbClr val="5DDFFF"/>
                </a:solidFill>
                <a:latin typeface="Arial"/>
                <a:ea typeface="Arial"/>
                <a:cs typeface="Arial"/>
              </a:defRPr>
            </a:lvl9pPr>
          </a:lstStyle>
          <a:p>
            <a:pPr algn="l">
              <a:defRPr sz="2325" b="1">
                <a:solidFill>
                  <a:srgbClr val="5DDFFF"/>
                </a:solidFill>
                <a:latin typeface="Arial"/>
                <a:ea typeface="Arial"/>
                <a:cs typeface="Arial"/>
              </a:defRPr>
            </a:pPr>
            <a:r>
              <a:rPr sz="2325" b="1">
                <a:solidFill>
                  <a:srgbClr val="5DDFFF"/>
                </a:solidFill>
                <a:latin typeface="Arial"/>
                <a:ea typeface="Arial"/>
                <a:cs typeface="Arial"/>
              </a:rPr>
              <a:t>Gambar individual</a:t>
            </a:r>
          </a:p>
        </p:txBody>
      </p:sp>
      <p:pic>
        <p:nvPicPr>
          <p:cNvPr id="7" name="Gambar 6">
            <a:extLst>
              <a:ext uri="{FF2B5EF4-FFF2-40B4-BE49-F238E27FC236}">
                <a16:creationId xmlns:a16="http://schemas.microsoft.com/office/drawing/2014/main" id="{825E9F8D-0364-4BD5-9449-6ED66DF3BE32}"/>
              </a:ext>
            </a:extLst>
          </p:cNvPr>
          <p:cNvPicPr>
            <a:picLocks noChangeAspect="1"/>
          </p:cNvPicPr>
          <p:nvPr/>
        </p:nvPicPr>
        <p:blipFill>
          <a:blip r:embed="rId5"/>
          <a:stretch/>
        </p:blipFill>
        <p:spPr>
          <a:xfrm>
            <a:off x="6100763" y="2266950"/>
            <a:ext cx="638175" cy="638175"/>
          </a:xfrm>
          <a:prstGeom prst="rect">
            <a:avLst/>
          </a:prstGeom>
        </p:spPr>
      </p:pic>
      <p:sp>
        <p:nvSpPr>
          <p:cNvPr id="8" name="nomor-karakter-0">
            <a:extLst>
              <a:ext uri="{FF2B5EF4-FFF2-40B4-BE49-F238E27FC236}">
                <a16:creationId xmlns:a16="http://schemas.microsoft.com/office/drawing/2014/main" id="{7FC28698-703D-4ECE-A1F9-7FA116D29F5F}"/>
              </a:ext>
            </a:extLst>
          </p:cNvPr>
          <p:cNvSpPr>
            <a:spLocks noGrp="1"/>
          </p:cNvSpPr>
          <p:nvPr/>
        </p:nvSpPr>
        <p:spPr>
          <a:xfrm>
            <a:off x="6086475" y="295275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01</a:t>
            </a:r>
          </a:p>
        </p:txBody>
      </p:sp>
      <p:pic>
        <p:nvPicPr>
          <p:cNvPr id="9" name="Gambar 8">
            <a:extLst>
              <a:ext uri="{FF2B5EF4-FFF2-40B4-BE49-F238E27FC236}">
                <a16:creationId xmlns:a16="http://schemas.microsoft.com/office/drawing/2014/main" id="{40FECDC5-2AAB-408B-A38B-A62FDC389366}"/>
              </a:ext>
            </a:extLst>
          </p:cNvPr>
          <p:cNvPicPr>
            <a:picLocks noChangeAspect="1"/>
          </p:cNvPicPr>
          <p:nvPr/>
        </p:nvPicPr>
        <p:blipFill>
          <a:blip r:embed="rId6"/>
          <a:stretch/>
        </p:blipFill>
        <p:spPr>
          <a:xfrm>
            <a:off x="7036435" y="2266950"/>
            <a:ext cx="595630" cy="638175"/>
          </a:xfrm>
          <a:prstGeom prst="rect">
            <a:avLst/>
          </a:prstGeom>
        </p:spPr>
      </p:pic>
      <p:sp>
        <p:nvSpPr>
          <p:cNvPr id="10" name="nomor-karakter-1">
            <a:extLst>
              <a:ext uri="{FF2B5EF4-FFF2-40B4-BE49-F238E27FC236}">
                <a16:creationId xmlns:a16="http://schemas.microsoft.com/office/drawing/2014/main" id="{703B46CD-1D8C-478E-AA73-678D8FDBFA3A}"/>
              </a:ext>
            </a:extLst>
          </p:cNvPr>
          <p:cNvSpPr>
            <a:spLocks noGrp="1"/>
          </p:cNvSpPr>
          <p:nvPr/>
        </p:nvSpPr>
        <p:spPr>
          <a:xfrm>
            <a:off x="7000875" y="295275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02</a:t>
            </a:r>
          </a:p>
        </p:txBody>
      </p:sp>
      <p:pic>
        <p:nvPicPr>
          <p:cNvPr id="11" name="Gambar 10">
            <a:extLst>
              <a:ext uri="{FF2B5EF4-FFF2-40B4-BE49-F238E27FC236}">
                <a16:creationId xmlns:a16="http://schemas.microsoft.com/office/drawing/2014/main" id="{CB2FB583-6CE3-4271-8E79-5D8AB2FF179D}"/>
              </a:ext>
            </a:extLst>
          </p:cNvPr>
          <p:cNvPicPr>
            <a:picLocks noChangeAspect="1"/>
          </p:cNvPicPr>
          <p:nvPr/>
        </p:nvPicPr>
        <p:blipFill>
          <a:blip r:embed="rId7"/>
          <a:stretch/>
        </p:blipFill>
        <p:spPr>
          <a:xfrm>
            <a:off x="7950835" y="2266950"/>
            <a:ext cx="595630" cy="638175"/>
          </a:xfrm>
          <a:prstGeom prst="rect">
            <a:avLst/>
          </a:prstGeom>
        </p:spPr>
      </p:pic>
      <p:sp>
        <p:nvSpPr>
          <p:cNvPr id="12" name="nomor-karakter-2">
            <a:extLst>
              <a:ext uri="{FF2B5EF4-FFF2-40B4-BE49-F238E27FC236}">
                <a16:creationId xmlns:a16="http://schemas.microsoft.com/office/drawing/2014/main" id="{C94D84C1-3AFD-4682-B627-4369C79860DE}"/>
              </a:ext>
            </a:extLst>
          </p:cNvPr>
          <p:cNvSpPr>
            <a:spLocks noGrp="1"/>
          </p:cNvSpPr>
          <p:nvPr/>
        </p:nvSpPr>
        <p:spPr>
          <a:xfrm>
            <a:off x="7915275" y="295275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03</a:t>
            </a:r>
          </a:p>
        </p:txBody>
      </p:sp>
      <p:pic>
        <p:nvPicPr>
          <p:cNvPr id="13" name="Gambar 12">
            <a:extLst>
              <a:ext uri="{FF2B5EF4-FFF2-40B4-BE49-F238E27FC236}">
                <a16:creationId xmlns:a16="http://schemas.microsoft.com/office/drawing/2014/main" id="{32731A24-A460-4F3C-A89A-982B918292B2}"/>
              </a:ext>
            </a:extLst>
          </p:cNvPr>
          <p:cNvPicPr>
            <a:picLocks noChangeAspect="1"/>
          </p:cNvPicPr>
          <p:nvPr/>
        </p:nvPicPr>
        <p:blipFill>
          <a:blip r:embed="rId8"/>
          <a:stretch/>
        </p:blipFill>
        <p:spPr>
          <a:xfrm>
            <a:off x="8843963" y="2266950"/>
            <a:ext cx="638175" cy="638175"/>
          </a:xfrm>
          <a:prstGeom prst="rect">
            <a:avLst/>
          </a:prstGeom>
        </p:spPr>
      </p:pic>
      <p:sp>
        <p:nvSpPr>
          <p:cNvPr id="14" name="nomor-karakter-3">
            <a:extLst>
              <a:ext uri="{FF2B5EF4-FFF2-40B4-BE49-F238E27FC236}">
                <a16:creationId xmlns:a16="http://schemas.microsoft.com/office/drawing/2014/main" id="{9B656524-F2EA-4D23-A35A-ED3DC19A3822}"/>
              </a:ext>
            </a:extLst>
          </p:cNvPr>
          <p:cNvSpPr>
            <a:spLocks noGrp="1"/>
          </p:cNvSpPr>
          <p:nvPr/>
        </p:nvSpPr>
        <p:spPr>
          <a:xfrm>
            <a:off x="8829675" y="295275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04</a:t>
            </a:r>
          </a:p>
        </p:txBody>
      </p:sp>
      <p:pic>
        <p:nvPicPr>
          <p:cNvPr id="15" name="Gambar 14">
            <a:extLst>
              <a:ext uri="{FF2B5EF4-FFF2-40B4-BE49-F238E27FC236}">
                <a16:creationId xmlns:a16="http://schemas.microsoft.com/office/drawing/2014/main" id="{6C2A2042-5D9B-409B-94EF-CFE780EA9980}"/>
              </a:ext>
            </a:extLst>
          </p:cNvPr>
          <p:cNvPicPr>
            <a:picLocks noChangeAspect="1"/>
          </p:cNvPicPr>
          <p:nvPr/>
        </p:nvPicPr>
        <p:blipFill>
          <a:blip r:embed="rId9"/>
          <a:stretch/>
        </p:blipFill>
        <p:spPr>
          <a:xfrm>
            <a:off x="9815342" y="2266950"/>
            <a:ext cx="524215" cy="638175"/>
          </a:xfrm>
          <a:prstGeom prst="rect">
            <a:avLst/>
          </a:prstGeom>
        </p:spPr>
      </p:pic>
      <p:sp>
        <p:nvSpPr>
          <p:cNvPr id="16" name="nomor-karakter-4">
            <a:extLst>
              <a:ext uri="{FF2B5EF4-FFF2-40B4-BE49-F238E27FC236}">
                <a16:creationId xmlns:a16="http://schemas.microsoft.com/office/drawing/2014/main" id="{CF70CF6F-23CA-458A-A1C3-66680CD5A496}"/>
              </a:ext>
            </a:extLst>
          </p:cNvPr>
          <p:cNvSpPr>
            <a:spLocks noGrp="1"/>
          </p:cNvSpPr>
          <p:nvPr/>
        </p:nvSpPr>
        <p:spPr>
          <a:xfrm>
            <a:off x="9744075" y="295275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05</a:t>
            </a:r>
          </a:p>
        </p:txBody>
      </p:sp>
      <p:pic>
        <p:nvPicPr>
          <p:cNvPr id="17" name="Gambar 16">
            <a:extLst>
              <a:ext uri="{FF2B5EF4-FFF2-40B4-BE49-F238E27FC236}">
                <a16:creationId xmlns:a16="http://schemas.microsoft.com/office/drawing/2014/main" id="{22D8D93C-3042-403B-909D-1E0EF112289C}"/>
              </a:ext>
            </a:extLst>
          </p:cNvPr>
          <p:cNvPicPr>
            <a:picLocks noChangeAspect="1"/>
          </p:cNvPicPr>
          <p:nvPr/>
        </p:nvPicPr>
        <p:blipFill>
          <a:blip r:embed="rId10"/>
          <a:stretch/>
        </p:blipFill>
        <p:spPr>
          <a:xfrm>
            <a:off x="10658475" y="2311493"/>
            <a:ext cx="666750" cy="549088"/>
          </a:xfrm>
          <a:prstGeom prst="rect">
            <a:avLst/>
          </a:prstGeom>
        </p:spPr>
      </p:pic>
      <p:sp>
        <p:nvSpPr>
          <p:cNvPr id="18" name="nomor-karakter-5">
            <a:extLst>
              <a:ext uri="{FF2B5EF4-FFF2-40B4-BE49-F238E27FC236}">
                <a16:creationId xmlns:a16="http://schemas.microsoft.com/office/drawing/2014/main" id="{5BC63974-2ED6-4634-8271-DAFD78C84818}"/>
              </a:ext>
            </a:extLst>
          </p:cNvPr>
          <p:cNvSpPr>
            <a:spLocks noGrp="1"/>
          </p:cNvSpPr>
          <p:nvPr/>
        </p:nvSpPr>
        <p:spPr>
          <a:xfrm>
            <a:off x="10658475" y="295275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06</a:t>
            </a:r>
          </a:p>
        </p:txBody>
      </p:sp>
      <p:pic>
        <p:nvPicPr>
          <p:cNvPr id="19" name="Gambar 18">
            <a:extLst>
              <a:ext uri="{FF2B5EF4-FFF2-40B4-BE49-F238E27FC236}">
                <a16:creationId xmlns:a16="http://schemas.microsoft.com/office/drawing/2014/main" id="{46F0D1B7-6BEF-43D5-A8A7-EA930E8B0980}"/>
              </a:ext>
            </a:extLst>
          </p:cNvPr>
          <p:cNvPicPr>
            <a:picLocks noChangeAspect="1"/>
          </p:cNvPicPr>
          <p:nvPr/>
        </p:nvPicPr>
        <p:blipFill>
          <a:blip r:embed="rId11"/>
          <a:stretch/>
        </p:blipFill>
        <p:spPr>
          <a:xfrm>
            <a:off x="6248034" y="3400425"/>
            <a:ext cx="343633" cy="638175"/>
          </a:xfrm>
          <a:prstGeom prst="rect">
            <a:avLst/>
          </a:prstGeom>
        </p:spPr>
      </p:pic>
      <p:sp>
        <p:nvSpPr>
          <p:cNvPr id="20" name="nomor-karakter-6">
            <a:extLst>
              <a:ext uri="{FF2B5EF4-FFF2-40B4-BE49-F238E27FC236}">
                <a16:creationId xmlns:a16="http://schemas.microsoft.com/office/drawing/2014/main" id="{5CD26218-4821-4E6D-A542-D605F44D9943}"/>
              </a:ext>
            </a:extLst>
          </p:cNvPr>
          <p:cNvSpPr>
            <a:spLocks noGrp="1"/>
          </p:cNvSpPr>
          <p:nvPr/>
        </p:nvSpPr>
        <p:spPr>
          <a:xfrm>
            <a:off x="6086475" y="4086225"/>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07</a:t>
            </a:r>
          </a:p>
        </p:txBody>
      </p:sp>
      <p:pic>
        <p:nvPicPr>
          <p:cNvPr id="21" name="Gambar 20">
            <a:extLst>
              <a:ext uri="{FF2B5EF4-FFF2-40B4-BE49-F238E27FC236}">
                <a16:creationId xmlns:a16="http://schemas.microsoft.com/office/drawing/2014/main" id="{E3EF308D-A3BA-4461-99CF-298189ADE3A5}"/>
              </a:ext>
            </a:extLst>
          </p:cNvPr>
          <p:cNvPicPr>
            <a:picLocks noChangeAspect="1"/>
          </p:cNvPicPr>
          <p:nvPr/>
        </p:nvPicPr>
        <p:blipFill>
          <a:blip r:embed="rId12"/>
          <a:stretch/>
        </p:blipFill>
        <p:spPr>
          <a:xfrm>
            <a:off x="7078980" y="3400425"/>
            <a:ext cx="510540" cy="638175"/>
          </a:xfrm>
          <a:prstGeom prst="rect">
            <a:avLst/>
          </a:prstGeom>
        </p:spPr>
      </p:pic>
      <p:sp>
        <p:nvSpPr>
          <p:cNvPr id="22" name="nomor-karakter-7">
            <a:extLst>
              <a:ext uri="{FF2B5EF4-FFF2-40B4-BE49-F238E27FC236}">
                <a16:creationId xmlns:a16="http://schemas.microsoft.com/office/drawing/2014/main" id="{F849EC2D-2C21-44B8-AC50-D6B38F73E14E}"/>
              </a:ext>
            </a:extLst>
          </p:cNvPr>
          <p:cNvSpPr>
            <a:spLocks noGrp="1"/>
          </p:cNvSpPr>
          <p:nvPr/>
        </p:nvSpPr>
        <p:spPr>
          <a:xfrm>
            <a:off x="7000875" y="4086225"/>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08</a:t>
            </a:r>
          </a:p>
        </p:txBody>
      </p:sp>
      <p:pic>
        <p:nvPicPr>
          <p:cNvPr id="23" name="Gambar 22">
            <a:extLst>
              <a:ext uri="{FF2B5EF4-FFF2-40B4-BE49-F238E27FC236}">
                <a16:creationId xmlns:a16="http://schemas.microsoft.com/office/drawing/2014/main" id="{7978E1D6-F510-4818-A97F-71C9031FECD6}"/>
              </a:ext>
            </a:extLst>
          </p:cNvPr>
          <p:cNvPicPr>
            <a:picLocks noChangeAspect="1"/>
          </p:cNvPicPr>
          <p:nvPr/>
        </p:nvPicPr>
        <p:blipFill>
          <a:blip r:embed="rId13"/>
          <a:stretch/>
        </p:blipFill>
        <p:spPr>
          <a:xfrm>
            <a:off x="7995581" y="3400425"/>
            <a:ext cx="506139" cy="638175"/>
          </a:xfrm>
          <a:prstGeom prst="rect">
            <a:avLst/>
          </a:prstGeom>
        </p:spPr>
      </p:pic>
      <p:sp>
        <p:nvSpPr>
          <p:cNvPr id="24" name="nomor-karakter-8">
            <a:extLst>
              <a:ext uri="{FF2B5EF4-FFF2-40B4-BE49-F238E27FC236}">
                <a16:creationId xmlns:a16="http://schemas.microsoft.com/office/drawing/2014/main" id="{8075DE39-A4C9-4DC4-A91C-507908779097}"/>
              </a:ext>
            </a:extLst>
          </p:cNvPr>
          <p:cNvSpPr>
            <a:spLocks noGrp="1"/>
          </p:cNvSpPr>
          <p:nvPr/>
        </p:nvSpPr>
        <p:spPr>
          <a:xfrm>
            <a:off x="7915275" y="4086225"/>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09</a:t>
            </a:r>
          </a:p>
        </p:txBody>
      </p:sp>
      <p:pic>
        <p:nvPicPr>
          <p:cNvPr id="25" name="Gambar 24">
            <a:extLst>
              <a:ext uri="{FF2B5EF4-FFF2-40B4-BE49-F238E27FC236}">
                <a16:creationId xmlns:a16="http://schemas.microsoft.com/office/drawing/2014/main" id="{3C2C616E-6039-40CB-8ECB-A5DAA940EA6A}"/>
              </a:ext>
            </a:extLst>
          </p:cNvPr>
          <p:cNvPicPr>
            <a:picLocks noChangeAspect="1"/>
          </p:cNvPicPr>
          <p:nvPr/>
        </p:nvPicPr>
        <p:blipFill>
          <a:blip r:embed="rId14"/>
          <a:stretch/>
        </p:blipFill>
        <p:spPr>
          <a:xfrm>
            <a:off x="8916015" y="3400425"/>
            <a:ext cx="494071" cy="638175"/>
          </a:xfrm>
          <a:prstGeom prst="rect">
            <a:avLst/>
          </a:prstGeom>
        </p:spPr>
      </p:pic>
      <p:sp>
        <p:nvSpPr>
          <p:cNvPr id="26" name="nomor-karakter-9">
            <a:extLst>
              <a:ext uri="{FF2B5EF4-FFF2-40B4-BE49-F238E27FC236}">
                <a16:creationId xmlns:a16="http://schemas.microsoft.com/office/drawing/2014/main" id="{C9156B1D-870B-4BF3-9253-8E5D4BEB2E98}"/>
              </a:ext>
            </a:extLst>
          </p:cNvPr>
          <p:cNvSpPr>
            <a:spLocks noGrp="1"/>
          </p:cNvSpPr>
          <p:nvPr/>
        </p:nvSpPr>
        <p:spPr>
          <a:xfrm>
            <a:off x="8829675" y="4086225"/>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10</a:t>
            </a:r>
          </a:p>
        </p:txBody>
      </p:sp>
      <p:pic>
        <p:nvPicPr>
          <p:cNvPr id="27" name="Gambar 26">
            <a:extLst>
              <a:ext uri="{FF2B5EF4-FFF2-40B4-BE49-F238E27FC236}">
                <a16:creationId xmlns:a16="http://schemas.microsoft.com/office/drawing/2014/main" id="{EECE1343-193F-4B33-B3F4-8DFDAA472629}"/>
              </a:ext>
            </a:extLst>
          </p:cNvPr>
          <p:cNvPicPr>
            <a:picLocks noChangeAspect="1"/>
          </p:cNvPicPr>
          <p:nvPr/>
        </p:nvPicPr>
        <p:blipFill>
          <a:blip r:embed="rId15"/>
          <a:stretch/>
        </p:blipFill>
        <p:spPr>
          <a:xfrm>
            <a:off x="9830415" y="3400425"/>
            <a:ext cx="494071" cy="638175"/>
          </a:xfrm>
          <a:prstGeom prst="rect">
            <a:avLst/>
          </a:prstGeom>
        </p:spPr>
      </p:pic>
      <p:sp>
        <p:nvSpPr>
          <p:cNvPr id="28" name="nomor-karakter-10">
            <a:extLst>
              <a:ext uri="{FF2B5EF4-FFF2-40B4-BE49-F238E27FC236}">
                <a16:creationId xmlns:a16="http://schemas.microsoft.com/office/drawing/2014/main" id="{05A2B187-B73A-40B2-9EE6-915D0298AD09}"/>
              </a:ext>
            </a:extLst>
          </p:cNvPr>
          <p:cNvSpPr>
            <a:spLocks noGrp="1"/>
          </p:cNvSpPr>
          <p:nvPr/>
        </p:nvSpPr>
        <p:spPr>
          <a:xfrm>
            <a:off x="9744075" y="4086225"/>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11</a:t>
            </a:r>
          </a:p>
        </p:txBody>
      </p:sp>
      <p:pic>
        <p:nvPicPr>
          <p:cNvPr id="29" name="Gambar 28">
            <a:extLst>
              <a:ext uri="{FF2B5EF4-FFF2-40B4-BE49-F238E27FC236}">
                <a16:creationId xmlns:a16="http://schemas.microsoft.com/office/drawing/2014/main" id="{2972DD33-86C1-4B70-B71C-1B57B0AFC10D}"/>
              </a:ext>
            </a:extLst>
          </p:cNvPr>
          <p:cNvPicPr>
            <a:picLocks noChangeAspect="1"/>
          </p:cNvPicPr>
          <p:nvPr/>
        </p:nvPicPr>
        <p:blipFill>
          <a:blip r:embed="rId16"/>
          <a:stretch/>
        </p:blipFill>
        <p:spPr>
          <a:xfrm>
            <a:off x="10722620" y="3400425"/>
            <a:ext cx="538460" cy="638175"/>
          </a:xfrm>
          <a:prstGeom prst="rect">
            <a:avLst/>
          </a:prstGeom>
        </p:spPr>
      </p:pic>
      <p:sp>
        <p:nvSpPr>
          <p:cNvPr id="30" name="nomor-karakter-11">
            <a:extLst>
              <a:ext uri="{FF2B5EF4-FFF2-40B4-BE49-F238E27FC236}">
                <a16:creationId xmlns:a16="http://schemas.microsoft.com/office/drawing/2014/main" id="{9977418F-4570-47E8-A238-DCC27F8B9787}"/>
              </a:ext>
            </a:extLst>
          </p:cNvPr>
          <p:cNvSpPr>
            <a:spLocks noGrp="1"/>
          </p:cNvSpPr>
          <p:nvPr/>
        </p:nvSpPr>
        <p:spPr>
          <a:xfrm>
            <a:off x="10658475" y="4086225"/>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12</a:t>
            </a:r>
          </a:p>
        </p:txBody>
      </p:sp>
      <p:pic>
        <p:nvPicPr>
          <p:cNvPr id="31" name="Gambar 30">
            <a:extLst>
              <a:ext uri="{FF2B5EF4-FFF2-40B4-BE49-F238E27FC236}">
                <a16:creationId xmlns:a16="http://schemas.microsoft.com/office/drawing/2014/main" id="{244A0209-2F51-4EAB-98FC-FC8B602CF8A4}"/>
              </a:ext>
            </a:extLst>
          </p:cNvPr>
          <p:cNvPicPr>
            <a:picLocks noChangeAspect="1"/>
          </p:cNvPicPr>
          <p:nvPr/>
        </p:nvPicPr>
        <p:blipFill>
          <a:blip r:embed="rId17"/>
          <a:stretch/>
        </p:blipFill>
        <p:spPr>
          <a:xfrm>
            <a:off x="6130677" y="4533900"/>
            <a:ext cx="578346" cy="638175"/>
          </a:xfrm>
          <a:prstGeom prst="rect">
            <a:avLst/>
          </a:prstGeom>
        </p:spPr>
      </p:pic>
      <p:sp>
        <p:nvSpPr>
          <p:cNvPr id="32" name="nomor-karakter-12">
            <a:extLst>
              <a:ext uri="{FF2B5EF4-FFF2-40B4-BE49-F238E27FC236}">
                <a16:creationId xmlns:a16="http://schemas.microsoft.com/office/drawing/2014/main" id="{9CFE7688-484F-490E-99FC-6CC5E3D4DE4A}"/>
              </a:ext>
            </a:extLst>
          </p:cNvPr>
          <p:cNvSpPr>
            <a:spLocks noGrp="1"/>
          </p:cNvSpPr>
          <p:nvPr/>
        </p:nvSpPr>
        <p:spPr>
          <a:xfrm>
            <a:off x="6086475" y="521970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13</a:t>
            </a:r>
          </a:p>
        </p:txBody>
      </p:sp>
      <p:pic>
        <p:nvPicPr>
          <p:cNvPr id="33" name="Gambar 32">
            <a:extLst>
              <a:ext uri="{FF2B5EF4-FFF2-40B4-BE49-F238E27FC236}">
                <a16:creationId xmlns:a16="http://schemas.microsoft.com/office/drawing/2014/main" id="{1E8C53C2-673E-4846-9922-86E4A649903F}"/>
              </a:ext>
            </a:extLst>
          </p:cNvPr>
          <p:cNvPicPr>
            <a:picLocks noChangeAspect="1"/>
          </p:cNvPicPr>
          <p:nvPr/>
        </p:nvPicPr>
        <p:blipFill>
          <a:blip r:embed="rId18"/>
          <a:stretch/>
        </p:blipFill>
        <p:spPr>
          <a:xfrm>
            <a:off x="7053840" y="4533900"/>
            <a:ext cx="560820" cy="638175"/>
          </a:xfrm>
          <a:prstGeom prst="rect">
            <a:avLst/>
          </a:prstGeom>
        </p:spPr>
      </p:pic>
      <p:sp>
        <p:nvSpPr>
          <p:cNvPr id="34" name="nomor-karakter-13">
            <a:extLst>
              <a:ext uri="{FF2B5EF4-FFF2-40B4-BE49-F238E27FC236}">
                <a16:creationId xmlns:a16="http://schemas.microsoft.com/office/drawing/2014/main" id="{793BA8BD-3E98-48E4-A75F-BF826C3FC9C7}"/>
              </a:ext>
            </a:extLst>
          </p:cNvPr>
          <p:cNvSpPr>
            <a:spLocks noGrp="1"/>
          </p:cNvSpPr>
          <p:nvPr/>
        </p:nvSpPr>
        <p:spPr>
          <a:xfrm>
            <a:off x="7000875" y="521970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14</a:t>
            </a:r>
          </a:p>
        </p:txBody>
      </p:sp>
      <p:pic>
        <p:nvPicPr>
          <p:cNvPr id="35" name="Gambar 34">
            <a:extLst>
              <a:ext uri="{FF2B5EF4-FFF2-40B4-BE49-F238E27FC236}">
                <a16:creationId xmlns:a16="http://schemas.microsoft.com/office/drawing/2014/main" id="{A312474C-E2FC-412A-B66F-388EC8F1AB32}"/>
              </a:ext>
            </a:extLst>
          </p:cNvPr>
          <p:cNvPicPr>
            <a:picLocks noChangeAspect="1"/>
          </p:cNvPicPr>
          <p:nvPr/>
        </p:nvPicPr>
        <p:blipFill>
          <a:blip r:embed="rId19"/>
          <a:stretch/>
        </p:blipFill>
        <p:spPr>
          <a:xfrm>
            <a:off x="7949505" y="4533900"/>
            <a:ext cx="598289" cy="638175"/>
          </a:xfrm>
          <a:prstGeom prst="rect">
            <a:avLst/>
          </a:prstGeom>
        </p:spPr>
      </p:pic>
      <p:sp>
        <p:nvSpPr>
          <p:cNvPr id="36" name="nomor-karakter-14">
            <a:extLst>
              <a:ext uri="{FF2B5EF4-FFF2-40B4-BE49-F238E27FC236}">
                <a16:creationId xmlns:a16="http://schemas.microsoft.com/office/drawing/2014/main" id="{8E03369A-0FD2-4B73-A65F-A2B6E6432F36}"/>
              </a:ext>
            </a:extLst>
          </p:cNvPr>
          <p:cNvSpPr>
            <a:spLocks noGrp="1"/>
          </p:cNvSpPr>
          <p:nvPr/>
        </p:nvSpPr>
        <p:spPr>
          <a:xfrm>
            <a:off x="7915275" y="521970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15</a:t>
            </a:r>
          </a:p>
        </p:txBody>
      </p:sp>
      <p:pic>
        <p:nvPicPr>
          <p:cNvPr id="37" name="Gambar 36">
            <a:extLst>
              <a:ext uri="{FF2B5EF4-FFF2-40B4-BE49-F238E27FC236}">
                <a16:creationId xmlns:a16="http://schemas.microsoft.com/office/drawing/2014/main" id="{0CFEEFEF-B864-4E54-A13A-371ADCCF908E}"/>
              </a:ext>
            </a:extLst>
          </p:cNvPr>
          <p:cNvPicPr>
            <a:picLocks noChangeAspect="1"/>
          </p:cNvPicPr>
          <p:nvPr/>
        </p:nvPicPr>
        <p:blipFill>
          <a:blip r:embed="rId20"/>
          <a:stretch/>
        </p:blipFill>
        <p:spPr>
          <a:xfrm>
            <a:off x="8889546" y="4533900"/>
            <a:ext cx="547007" cy="638175"/>
          </a:xfrm>
          <a:prstGeom prst="rect">
            <a:avLst/>
          </a:prstGeom>
        </p:spPr>
      </p:pic>
      <p:sp>
        <p:nvSpPr>
          <p:cNvPr id="38" name="nomor-karakter-15">
            <a:extLst>
              <a:ext uri="{FF2B5EF4-FFF2-40B4-BE49-F238E27FC236}">
                <a16:creationId xmlns:a16="http://schemas.microsoft.com/office/drawing/2014/main" id="{E360B62E-5FB3-4DC8-9242-FE27343200B1}"/>
              </a:ext>
            </a:extLst>
          </p:cNvPr>
          <p:cNvSpPr>
            <a:spLocks noGrp="1"/>
          </p:cNvSpPr>
          <p:nvPr/>
        </p:nvSpPr>
        <p:spPr>
          <a:xfrm>
            <a:off x="8829675" y="521970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16</a:t>
            </a:r>
          </a:p>
        </p:txBody>
      </p:sp>
      <p:pic>
        <p:nvPicPr>
          <p:cNvPr id="39" name="Gambar 38">
            <a:extLst>
              <a:ext uri="{FF2B5EF4-FFF2-40B4-BE49-F238E27FC236}">
                <a16:creationId xmlns:a16="http://schemas.microsoft.com/office/drawing/2014/main" id="{3FDDFE96-2B96-450C-9495-25E3E5BA7AFA}"/>
              </a:ext>
            </a:extLst>
          </p:cNvPr>
          <p:cNvPicPr>
            <a:picLocks noChangeAspect="1"/>
          </p:cNvPicPr>
          <p:nvPr/>
        </p:nvPicPr>
        <p:blipFill>
          <a:blip r:embed="rId21"/>
          <a:stretch/>
        </p:blipFill>
        <p:spPr>
          <a:xfrm>
            <a:off x="9778949" y="4533900"/>
            <a:ext cx="597002" cy="638175"/>
          </a:xfrm>
          <a:prstGeom prst="rect">
            <a:avLst/>
          </a:prstGeom>
        </p:spPr>
      </p:pic>
      <p:sp>
        <p:nvSpPr>
          <p:cNvPr id="40" name="nomor-karakter-16">
            <a:extLst>
              <a:ext uri="{FF2B5EF4-FFF2-40B4-BE49-F238E27FC236}">
                <a16:creationId xmlns:a16="http://schemas.microsoft.com/office/drawing/2014/main" id="{D96F72C1-434E-4C5C-A31F-BCBAE0751FC9}"/>
              </a:ext>
            </a:extLst>
          </p:cNvPr>
          <p:cNvSpPr>
            <a:spLocks noGrp="1"/>
          </p:cNvSpPr>
          <p:nvPr/>
        </p:nvSpPr>
        <p:spPr>
          <a:xfrm>
            <a:off x="9744075" y="521970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17</a:t>
            </a:r>
          </a:p>
        </p:txBody>
      </p:sp>
      <p:pic>
        <p:nvPicPr>
          <p:cNvPr id="41" name="Gambar 40">
            <a:extLst>
              <a:ext uri="{FF2B5EF4-FFF2-40B4-BE49-F238E27FC236}">
                <a16:creationId xmlns:a16="http://schemas.microsoft.com/office/drawing/2014/main" id="{476C0D5B-3924-4B1F-974B-80AA560529D7}"/>
              </a:ext>
            </a:extLst>
          </p:cNvPr>
          <p:cNvPicPr>
            <a:picLocks noChangeAspect="1"/>
          </p:cNvPicPr>
          <p:nvPr/>
        </p:nvPicPr>
        <p:blipFill>
          <a:blip r:embed="rId22"/>
          <a:stretch/>
        </p:blipFill>
        <p:spPr>
          <a:xfrm>
            <a:off x="10721109" y="4533900"/>
            <a:ext cx="541482" cy="638175"/>
          </a:xfrm>
          <a:prstGeom prst="rect">
            <a:avLst/>
          </a:prstGeom>
        </p:spPr>
      </p:pic>
      <p:sp>
        <p:nvSpPr>
          <p:cNvPr id="42" name="nomor-karakter-17">
            <a:extLst>
              <a:ext uri="{FF2B5EF4-FFF2-40B4-BE49-F238E27FC236}">
                <a16:creationId xmlns:a16="http://schemas.microsoft.com/office/drawing/2014/main" id="{682F015E-BA60-473E-A26A-11805DF4ABAB}"/>
              </a:ext>
            </a:extLst>
          </p:cNvPr>
          <p:cNvSpPr>
            <a:spLocks noGrp="1"/>
          </p:cNvSpPr>
          <p:nvPr/>
        </p:nvSpPr>
        <p:spPr>
          <a:xfrm>
            <a:off x="10658475" y="5219700"/>
            <a:ext cx="666750" cy="257175"/>
          </a:xfrm>
          <a:prstGeom prst="rect">
            <a:avLst/>
          </a:prstGeom>
          <a:noFill/>
          <a:ln w="0">
            <a:noFill/>
            <a:prstDash val="solid"/>
          </a:ln>
        </p:spPr>
        <p:txBody>
          <a:bodyPr wrap="square" lIns="0" tIns="0" rIns="0" bIns="0" anchor="t">
            <a:noAutofit/>
          </a:bodyPr>
          <a:lstStyle>
            <a:defPPr algn="ctr">
              <a:defRPr sz="1575">
                <a:solidFill>
                  <a:srgbClr val="BCD0EB"/>
                </a:solidFill>
                <a:latin typeface="Arial"/>
                <a:ea typeface="Arial"/>
                <a:cs typeface="Arial"/>
              </a:defRPr>
            </a:defPPr>
            <a:lvl1pPr algn="ctr">
              <a:defRPr sz="1575">
                <a:solidFill>
                  <a:srgbClr val="BCD0EB"/>
                </a:solidFill>
                <a:latin typeface="Arial"/>
                <a:ea typeface="Arial"/>
                <a:cs typeface="Arial"/>
              </a:defRPr>
            </a:lvl1pPr>
            <a:lvl2pPr algn="ctr">
              <a:defRPr sz="1575">
                <a:solidFill>
                  <a:srgbClr val="BCD0EB"/>
                </a:solidFill>
                <a:latin typeface="Arial"/>
                <a:ea typeface="Arial"/>
                <a:cs typeface="Arial"/>
              </a:defRPr>
            </a:lvl2pPr>
            <a:lvl3pPr algn="ctr">
              <a:defRPr sz="1575">
                <a:solidFill>
                  <a:srgbClr val="BCD0EB"/>
                </a:solidFill>
                <a:latin typeface="Arial"/>
                <a:ea typeface="Arial"/>
                <a:cs typeface="Arial"/>
              </a:defRPr>
            </a:lvl3pPr>
            <a:lvl4pPr algn="ctr">
              <a:defRPr sz="1575">
                <a:solidFill>
                  <a:srgbClr val="BCD0EB"/>
                </a:solidFill>
                <a:latin typeface="Arial"/>
                <a:ea typeface="Arial"/>
                <a:cs typeface="Arial"/>
              </a:defRPr>
            </a:lvl4pPr>
            <a:lvl5pPr algn="ctr">
              <a:defRPr sz="1575">
                <a:solidFill>
                  <a:srgbClr val="BCD0EB"/>
                </a:solidFill>
                <a:latin typeface="Arial"/>
                <a:ea typeface="Arial"/>
                <a:cs typeface="Arial"/>
              </a:defRPr>
            </a:lvl5pPr>
            <a:lvl6pPr algn="ctr">
              <a:defRPr sz="1575">
                <a:solidFill>
                  <a:srgbClr val="BCD0EB"/>
                </a:solidFill>
                <a:latin typeface="Arial"/>
                <a:ea typeface="Arial"/>
                <a:cs typeface="Arial"/>
              </a:defRPr>
            </a:lvl6pPr>
            <a:lvl7pPr algn="ctr">
              <a:defRPr sz="1575">
                <a:solidFill>
                  <a:srgbClr val="BCD0EB"/>
                </a:solidFill>
                <a:latin typeface="Arial"/>
                <a:ea typeface="Arial"/>
                <a:cs typeface="Arial"/>
              </a:defRPr>
            </a:lvl7pPr>
            <a:lvl8pPr algn="ctr">
              <a:defRPr sz="1575">
                <a:solidFill>
                  <a:srgbClr val="BCD0EB"/>
                </a:solidFill>
                <a:latin typeface="Arial"/>
                <a:ea typeface="Arial"/>
                <a:cs typeface="Arial"/>
              </a:defRPr>
            </a:lvl8pPr>
            <a:lvl9pPr algn="ctr">
              <a:defRPr sz="1575">
                <a:solidFill>
                  <a:srgbClr val="BCD0EB"/>
                </a:solidFill>
                <a:latin typeface="Arial"/>
                <a:ea typeface="Arial"/>
                <a:cs typeface="Arial"/>
              </a:defRPr>
            </a:lvl9pPr>
          </a:lstStyle>
          <a:p>
            <a:pPr algn="ctr">
              <a:defRPr sz="1575">
                <a:solidFill>
                  <a:srgbClr val="BCD0EB"/>
                </a:solidFill>
                <a:latin typeface="Arial"/>
                <a:ea typeface="Arial"/>
                <a:cs typeface="Arial"/>
              </a:defRPr>
            </a:pPr>
            <a:r>
              <a:rPr sz="1575">
                <a:solidFill>
                  <a:srgbClr val="BCD0EB"/>
                </a:solidFill>
                <a:latin typeface="Arial"/>
                <a:ea typeface="Arial"/>
                <a:cs typeface="Arial"/>
              </a:rPr>
              <a:t>18</a:t>
            </a:r>
          </a:p>
        </p:txBody>
      </p:sp>
      <p:sp>
        <p:nvSpPr>
          <p:cNvPr id="43" name="hasil-karakter">
            <a:extLst>
              <a:ext uri="{FF2B5EF4-FFF2-40B4-BE49-F238E27FC236}">
                <a16:creationId xmlns:a16="http://schemas.microsoft.com/office/drawing/2014/main" id="{E1A022E8-CBE3-4099-AE09-746655EAB7B3}"/>
              </a:ext>
            </a:extLst>
          </p:cNvPr>
          <p:cNvSpPr>
            <a:spLocks noGrp="1"/>
          </p:cNvSpPr>
          <p:nvPr/>
        </p:nvSpPr>
        <p:spPr>
          <a:xfrm>
            <a:off x="6086475" y="5962650"/>
            <a:ext cx="5495925" cy="447675"/>
          </a:xfrm>
          <a:prstGeom prst="rect">
            <a:avLst/>
          </a:prstGeom>
          <a:noFill/>
          <a:ln w="0">
            <a:noFill/>
            <a:prstDash val="solid"/>
          </a:ln>
        </p:spPr>
        <p:txBody>
          <a:bodyPr wrap="square" lIns="0" tIns="0" rIns="0" bIns="0" anchor="t">
            <a:noAutofit/>
          </a:bodyPr>
          <a:lstStyle>
            <a:defPPr algn="l">
              <a:defRPr sz="1875">
                <a:solidFill>
                  <a:srgbClr val="BCD0EB"/>
                </a:solidFill>
                <a:latin typeface="Arial"/>
                <a:ea typeface="Arial"/>
                <a:cs typeface="Arial"/>
              </a:defRPr>
            </a:defPPr>
            <a:lvl1pPr algn="l">
              <a:defRPr sz="1875">
                <a:solidFill>
                  <a:srgbClr val="BCD0EB"/>
                </a:solidFill>
                <a:latin typeface="Arial"/>
                <a:ea typeface="Arial"/>
                <a:cs typeface="Arial"/>
              </a:defRPr>
            </a:lvl1pPr>
            <a:lvl2pPr algn="l">
              <a:defRPr sz="1875">
                <a:solidFill>
                  <a:srgbClr val="BCD0EB"/>
                </a:solidFill>
                <a:latin typeface="Arial"/>
                <a:ea typeface="Arial"/>
                <a:cs typeface="Arial"/>
              </a:defRPr>
            </a:lvl2pPr>
            <a:lvl3pPr algn="l">
              <a:defRPr sz="1875">
                <a:solidFill>
                  <a:srgbClr val="BCD0EB"/>
                </a:solidFill>
                <a:latin typeface="Arial"/>
                <a:ea typeface="Arial"/>
                <a:cs typeface="Arial"/>
              </a:defRPr>
            </a:lvl3pPr>
            <a:lvl4pPr algn="l">
              <a:defRPr sz="1875">
                <a:solidFill>
                  <a:srgbClr val="BCD0EB"/>
                </a:solidFill>
                <a:latin typeface="Arial"/>
                <a:ea typeface="Arial"/>
                <a:cs typeface="Arial"/>
              </a:defRPr>
            </a:lvl4pPr>
            <a:lvl5pPr algn="l">
              <a:defRPr sz="1875">
                <a:solidFill>
                  <a:srgbClr val="BCD0EB"/>
                </a:solidFill>
                <a:latin typeface="Arial"/>
                <a:ea typeface="Arial"/>
                <a:cs typeface="Arial"/>
              </a:defRPr>
            </a:lvl5pPr>
            <a:lvl6pPr algn="l">
              <a:defRPr sz="1875">
                <a:solidFill>
                  <a:srgbClr val="BCD0EB"/>
                </a:solidFill>
                <a:latin typeface="Arial"/>
                <a:ea typeface="Arial"/>
                <a:cs typeface="Arial"/>
              </a:defRPr>
            </a:lvl6pPr>
            <a:lvl7pPr algn="l">
              <a:defRPr sz="1875">
                <a:solidFill>
                  <a:srgbClr val="BCD0EB"/>
                </a:solidFill>
                <a:latin typeface="Arial"/>
                <a:ea typeface="Arial"/>
                <a:cs typeface="Arial"/>
              </a:defRPr>
            </a:lvl7pPr>
            <a:lvl8pPr algn="l">
              <a:defRPr sz="1875">
                <a:solidFill>
                  <a:srgbClr val="BCD0EB"/>
                </a:solidFill>
                <a:latin typeface="Arial"/>
                <a:ea typeface="Arial"/>
                <a:cs typeface="Arial"/>
              </a:defRPr>
            </a:lvl8pPr>
            <a:lvl9pPr algn="l">
              <a:defRPr sz="1875">
                <a:solidFill>
                  <a:srgbClr val="BCD0EB"/>
                </a:solidFill>
                <a:latin typeface="Arial"/>
                <a:ea typeface="Arial"/>
                <a:cs typeface="Arial"/>
              </a:defRPr>
            </a:lvl9pPr>
          </a:lstStyle>
          <a:p>
            <a:pPr algn="l">
              <a:defRPr sz="1875">
                <a:solidFill>
                  <a:srgbClr val="BCD0EB"/>
                </a:solidFill>
                <a:latin typeface="Arial"/>
                <a:ea typeface="Arial"/>
                <a:cs typeface="Arial"/>
              </a:defRPr>
            </a:pPr>
            <a:r>
              <a:rPr sz="1875">
                <a:solidFill>
                  <a:srgbClr val="BCD0EB"/>
                </a:solidFill>
                <a:latin typeface="Arial"/>
                <a:ea typeface="Arial"/>
                <a:cs typeface="Arial"/>
              </a:rPr>
              <a:t>18 berkas PNG. Orientasi asli dipertahankan.</a:t>
            </a:r>
          </a:p>
        </p:txBody>
      </p:sp>
    </p:spTree>
    <p:extLst>
      <p:ext uri="{BB962C8B-B14F-4D97-AF65-F5344CB8AC3E}">
        <p14:creationId xmlns:p14="http://schemas.microsoft.com/office/powerpoint/2010/main" val="1645453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0DD986DA-F81D-4856-9B24-A800802CED4D}"/>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18EC42C6-500D-49B7-A771-79051D274BC8}"/>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3: segmentasi setiap koin</a:t>
            </a:r>
          </a:p>
        </p:txBody>
      </p:sp>
      <p:sp>
        <p:nvSpPr>
          <p:cNvPr id="4" name="nomor-slide">
            <a:extLst>
              <a:ext uri="{FF2B5EF4-FFF2-40B4-BE49-F238E27FC236}">
                <a16:creationId xmlns:a16="http://schemas.microsoft.com/office/drawing/2014/main" id="{9E809D18-5F8D-4212-951C-256E38DF075D}"/>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07 / 09</a:t>
            </a:r>
          </a:p>
        </p:txBody>
      </p:sp>
      <p:sp>
        <p:nvSpPr>
          <p:cNvPr id="5" name="tahap-1">
            <a:extLst>
              <a:ext uri="{FF2B5EF4-FFF2-40B4-BE49-F238E27FC236}">
                <a16:creationId xmlns:a16="http://schemas.microsoft.com/office/drawing/2014/main" id="{2D9BEA52-A832-4822-9962-FC2EDA48B1E3}"/>
              </a:ext>
            </a:extLst>
          </p:cNvPr>
          <p:cNvSpPr>
            <a:spLocks noGrp="1"/>
          </p:cNvSpPr>
          <p:nvPr/>
        </p:nvSpPr>
        <p:spPr>
          <a:xfrm>
            <a:off x="609600" y="1828800"/>
            <a:ext cx="647700" cy="447675"/>
          </a:xfrm>
          <a:prstGeom prst="rect">
            <a:avLst/>
          </a:prstGeom>
          <a:noFill/>
          <a:ln w="0">
            <a:noFill/>
            <a:prstDash val="solid"/>
          </a:ln>
        </p:spPr>
        <p:txBody>
          <a:bodyPr wrap="square" lIns="0" tIns="0" rIns="0" bIns="0" anchor="t">
            <a:noAutofit/>
          </a:bodyPr>
          <a:lstStyle>
            <a:defPPr algn="l">
              <a:defRPr sz="2550" b="1">
                <a:solidFill>
                  <a:srgbClr val="5DDFFF"/>
                </a:solidFill>
                <a:latin typeface="Arial"/>
                <a:ea typeface="Arial"/>
                <a:cs typeface="Arial"/>
              </a:defRPr>
            </a:defPPr>
            <a:lvl1pPr algn="l">
              <a:defRPr sz="2550" b="1">
                <a:solidFill>
                  <a:srgbClr val="5DDFFF"/>
                </a:solidFill>
                <a:latin typeface="Arial"/>
                <a:ea typeface="Arial"/>
                <a:cs typeface="Arial"/>
              </a:defRPr>
            </a:lvl1pPr>
            <a:lvl2pPr algn="l">
              <a:defRPr sz="2550" b="1">
                <a:solidFill>
                  <a:srgbClr val="5DDFFF"/>
                </a:solidFill>
                <a:latin typeface="Arial"/>
                <a:ea typeface="Arial"/>
                <a:cs typeface="Arial"/>
              </a:defRPr>
            </a:lvl2pPr>
            <a:lvl3pPr algn="l">
              <a:defRPr sz="2550" b="1">
                <a:solidFill>
                  <a:srgbClr val="5DDFFF"/>
                </a:solidFill>
                <a:latin typeface="Arial"/>
                <a:ea typeface="Arial"/>
                <a:cs typeface="Arial"/>
              </a:defRPr>
            </a:lvl3pPr>
            <a:lvl4pPr algn="l">
              <a:defRPr sz="2550" b="1">
                <a:solidFill>
                  <a:srgbClr val="5DDFFF"/>
                </a:solidFill>
                <a:latin typeface="Arial"/>
                <a:ea typeface="Arial"/>
                <a:cs typeface="Arial"/>
              </a:defRPr>
            </a:lvl4pPr>
            <a:lvl5pPr algn="l">
              <a:defRPr sz="2550" b="1">
                <a:solidFill>
                  <a:srgbClr val="5DDFFF"/>
                </a:solidFill>
                <a:latin typeface="Arial"/>
                <a:ea typeface="Arial"/>
                <a:cs typeface="Arial"/>
              </a:defRPr>
            </a:lvl5pPr>
            <a:lvl6pPr algn="l">
              <a:defRPr sz="2550" b="1">
                <a:solidFill>
                  <a:srgbClr val="5DDFFF"/>
                </a:solidFill>
                <a:latin typeface="Arial"/>
                <a:ea typeface="Arial"/>
                <a:cs typeface="Arial"/>
              </a:defRPr>
            </a:lvl6pPr>
            <a:lvl7pPr algn="l">
              <a:defRPr sz="2550" b="1">
                <a:solidFill>
                  <a:srgbClr val="5DDFFF"/>
                </a:solidFill>
                <a:latin typeface="Arial"/>
                <a:ea typeface="Arial"/>
                <a:cs typeface="Arial"/>
              </a:defRPr>
            </a:lvl7pPr>
            <a:lvl8pPr algn="l">
              <a:defRPr sz="2550" b="1">
                <a:solidFill>
                  <a:srgbClr val="5DDFFF"/>
                </a:solidFill>
                <a:latin typeface="Arial"/>
                <a:ea typeface="Arial"/>
                <a:cs typeface="Arial"/>
              </a:defRPr>
            </a:lvl8pPr>
            <a:lvl9pPr algn="l">
              <a:defRPr sz="2550" b="1">
                <a:solidFill>
                  <a:srgbClr val="5DDFFF"/>
                </a:solidFill>
                <a:latin typeface="Arial"/>
                <a:ea typeface="Arial"/>
                <a:cs typeface="Arial"/>
              </a:defRPr>
            </a:lvl9pPr>
          </a:lstStyle>
          <a:p>
            <a:pPr algn="l">
              <a:defRPr sz="2550" b="1">
                <a:solidFill>
                  <a:srgbClr val="5DDFFF"/>
                </a:solidFill>
                <a:latin typeface="Arial"/>
                <a:ea typeface="Arial"/>
                <a:cs typeface="Arial"/>
              </a:defRPr>
            </a:pPr>
            <a:r>
              <a:rPr sz="2550" b="1">
                <a:solidFill>
                  <a:srgbClr val="5DDFFF"/>
                </a:solidFill>
                <a:latin typeface="Arial"/>
                <a:ea typeface="Arial"/>
                <a:cs typeface="Arial"/>
              </a:rPr>
              <a:t>01</a:t>
            </a:r>
          </a:p>
        </p:txBody>
      </p:sp>
      <p:sp>
        <p:nvSpPr>
          <p:cNvPr id="6" name="segmentasi-1">
            <a:extLst>
              <a:ext uri="{FF2B5EF4-FFF2-40B4-BE49-F238E27FC236}">
                <a16:creationId xmlns:a16="http://schemas.microsoft.com/office/drawing/2014/main" id="{F514957F-460D-4507-9F09-6DEFF0AF4364}"/>
              </a:ext>
            </a:extLst>
          </p:cNvPr>
          <p:cNvSpPr>
            <a:spLocks noGrp="1"/>
          </p:cNvSpPr>
          <p:nvPr/>
        </p:nvSpPr>
        <p:spPr>
          <a:xfrm>
            <a:off x="1390650" y="1857375"/>
            <a:ext cx="3209925" cy="838200"/>
          </a:xfrm>
          <a:prstGeom prst="rect">
            <a:avLst/>
          </a:prstGeom>
          <a:noFill/>
          <a:ln w="0">
            <a:noFill/>
            <a:prstDash val="solid"/>
          </a:ln>
        </p:spPr>
        <p:txBody>
          <a:bodyPr wrap="square" lIns="0" tIns="0" rIns="0" bIns="0" anchor="t">
            <a:noAutofit/>
          </a:bodyPr>
          <a:lstStyle>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a:pPr algn="l">
              <a:defRPr sz="2250">
                <a:solidFill>
                  <a:srgbClr val="F4F8FF"/>
                </a:solidFill>
                <a:latin typeface="Arial"/>
                <a:ea typeface="Arial"/>
                <a:cs typeface="Arial"/>
              </a:defRPr>
            </a:pPr>
            <a:r>
              <a:rPr sz="2250">
                <a:solidFill>
                  <a:srgbClr val="F4F8FF"/>
                </a:solidFill>
                <a:latin typeface="Arial"/>
                <a:ea typeface="Arial"/>
                <a:cs typeface="Arial"/>
              </a:rPr>
              <a:t>Otsu dan polaritas</a:t>
            </a:r>
          </a:p>
          <a:p>
            <a:pPr algn="l">
              <a:defRPr sz="2250">
                <a:solidFill>
                  <a:srgbClr val="F4F8FF"/>
                </a:solidFill>
                <a:latin typeface="Arial"/>
                <a:ea typeface="Arial"/>
                <a:cs typeface="Arial"/>
              </a:defRPr>
            </a:pPr>
            <a:r>
              <a:rPr sz="2250">
                <a:solidFill>
                  <a:srgbClr val="F4F8FF"/>
                </a:solidFill>
                <a:latin typeface="Arial"/>
                <a:ea typeface="Arial"/>
                <a:cs typeface="Arial"/>
              </a:rPr>
              <a:t>bingkai</a:t>
            </a:r>
          </a:p>
        </p:txBody>
      </p:sp>
      <p:sp>
        <p:nvSpPr>
          <p:cNvPr id="7" name="tahap-2">
            <a:extLst>
              <a:ext uri="{FF2B5EF4-FFF2-40B4-BE49-F238E27FC236}">
                <a16:creationId xmlns:a16="http://schemas.microsoft.com/office/drawing/2014/main" id="{5490523C-46D5-4B49-9566-1D3D45CBC16D}"/>
              </a:ext>
            </a:extLst>
          </p:cNvPr>
          <p:cNvSpPr>
            <a:spLocks noGrp="1"/>
          </p:cNvSpPr>
          <p:nvPr/>
        </p:nvSpPr>
        <p:spPr>
          <a:xfrm>
            <a:off x="609600" y="3028950"/>
            <a:ext cx="647700" cy="447675"/>
          </a:xfrm>
          <a:prstGeom prst="rect">
            <a:avLst/>
          </a:prstGeom>
          <a:noFill/>
          <a:ln w="0">
            <a:noFill/>
            <a:prstDash val="solid"/>
          </a:ln>
        </p:spPr>
        <p:txBody>
          <a:bodyPr wrap="square" lIns="0" tIns="0" rIns="0" bIns="0" anchor="t">
            <a:noAutofit/>
          </a:bodyPr>
          <a:lstStyle>
            <a:defPPr algn="l">
              <a:defRPr sz="2550" b="1">
                <a:solidFill>
                  <a:srgbClr val="5DDFFF"/>
                </a:solidFill>
                <a:latin typeface="Arial"/>
                <a:ea typeface="Arial"/>
                <a:cs typeface="Arial"/>
              </a:defRPr>
            </a:defPPr>
            <a:lvl1pPr algn="l">
              <a:defRPr sz="2550" b="1">
                <a:solidFill>
                  <a:srgbClr val="5DDFFF"/>
                </a:solidFill>
                <a:latin typeface="Arial"/>
                <a:ea typeface="Arial"/>
                <a:cs typeface="Arial"/>
              </a:defRPr>
            </a:lvl1pPr>
            <a:lvl2pPr algn="l">
              <a:defRPr sz="2550" b="1">
                <a:solidFill>
                  <a:srgbClr val="5DDFFF"/>
                </a:solidFill>
                <a:latin typeface="Arial"/>
                <a:ea typeface="Arial"/>
                <a:cs typeface="Arial"/>
              </a:defRPr>
            </a:lvl2pPr>
            <a:lvl3pPr algn="l">
              <a:defRPr sz="2550" b="1">
                <a:solidFill>
                  <a:srgbClr val="5DDFFF"/>
                </a:solidFill>
                <a:latin typeface="Arial"/>
                <a:ea typeface="Arial"/>
                <a:cs typeface="Arial"/>
              </a:defRPr>
            </a:lvl3pPr>
            <a:lvl4pPr algn="l">
              <a:defRPr sz="2550" b="1">
                <a:solidFill>
                  <a:srgbClr val="5DDFFF"/>
                </a:solidFill>
                <a:latin typeface="Arial"/>
                <a:ea typeface="Arial"/>
                <a:cs typeface="Arial"/>
              </a:defRPr>
            </a:lvl4pPr>
            <a:lvl5pPr algn="l">
              <a:defRPr sz="2550" b="1">
                <a:solidFill>
                  <a:srgbClr val="5DDFFF"/>
                </a:solidFill>
                <a:latin typeface="Arial"/>
                <a:ea typeface="Arial"/>
                <a:cs typeface="Arial"/>
              </a:defRPr>
            </a:lvl5pPr>
            <a:lvl6pPr algn="l">
              <a:defRPr sz="2550" b="1">
                <a:solidFill>
                  <a:srgbClr val="5DDFFF"/>
                </a:solidFill>
                <a:latin typeface="Arial"/>
                <a:ea typeface="Arial"/>
                <a:cs typeface="Arial"/>
              </a:defRPr>
            </a:lvl6pPr>
            <a:lvl7pPr algn="l">
              <a:defRPr sz="2550" b="1">
                <a:solidFill>
                  <a:srgbClr val="5DDFFF"/>
                </a:solidFill>
                <a:latin typeface="Arial"/>
                <a:ea typeface="Arial"/>
                <a:cs typeface="Arial"/>
              </a:defRPr>
            </a:lvl7pPr>
            <a:lvl8pPr algn="l">
              <a:defRPr sz="2550" b="1">
                <a:solidFill>
                  <a:srgbClr val="5DDFFF"/>
                </a:solidFill>
                <a:latin typeface="Arial"/>
                <a:ea typeface="Arial"/>
                <a:cs typeface="Arial"/>
              </a:defRPr>
            </a:lvl8pPr>
            <a:lvl9pPr algn="l">
              <a:defRPr sz="2550" b="1">
                <a:solidFill>
                  <a:srgbClr val="5DDFFF"/>
                </a:solidFill>
                <a:latin typeface="Arial"/>
                <a:ea typeface="Arial"/>
                <a:cs typeface="Arial"/>
              </a:defRPr>
            </a:lvl9pPr>
          </a:lstStyle>
          <a:p>
            <a:pPr algn="l">
              <a:defRPr sz="2550" b="1">
                <a:solidFill>
                  <a:srgbClr val="5DDFFF"/>
                </a:solidFill>
                <a:latin typeface="Arial"/>
                <a:ea typeface="Arial"/>
                <a:cs typeface="Arial"/>
              </a:defRPr>
            </a:pPr>
            <a:r>
              <a:rPr sz="2550" b="1">
                <a:solidFill>
                  <a:srgbClr val="5DDFFF"/>
                </a:solidFill>
                <a:latin typeface="Arial"/>
                <a:ea typeface="Arial"/>
                <a:cs typeface="Arial"/>
              </a:rPr>
              <a:t>02</a:t>
            </a:r>
          </a:p>
        </p:txBody>
      </p:sp>
      <p:sp>
        <p:nvSpPr>
          <p:cNvPr id="8" name="segmentasi-2">
            <a:extLst>
              <a:ext uri="{FF2B5EF4-FFF2-40B4-BE49-F238E27FC236}">
                <a16:creationId xmlns:a16="http://schemas.microsoft.com/office/drawing/2014/main" id="{7A586A1F-F347-4048-A66E-B91FFB694AA9}"/>
              </a:ext>
            </a:extLst>
          </p:cNvPr>
          <p:cNvSpPr>
            <a:spLocks noGrp="1"/>
          </p:cNvSpPr>
          <p:nvPr/>
        </p:nvSpPr>
        <p:spPr>
          <a:xfrm>
            <a:off x="1390650" y="3057525"/>
            <a:ext cx="3209925" cy="847725"/>
          </a:xfrm>
          <a:prstGeom prst="rect">
            <a:avLst/>
          </a:prstGeom>
          <a:noFill/>
          <a:ln w="0">
            <a:noFill/>
            <a:prstDash val="solid"/>
          </a:ln>
        </p:spPr>
        <p:txBody>
          <a:bodyPr wrap="square" lIns="0" tIns="0" rIns="0" bIns="0" anchor="t">
            <a:noAutofit/>
          </a:bodyPr>
          <a:lstStyle>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a:pPr algn="l">
              <a:defRPr sz="2250">
                <a:solidFill>
                  <a:srgbClr val="F4F8FF"/>
                </a:solidFill>
                <a:latin typeface="Arial"/>
                <a:ea typeface="Arial"/>
                <a:cs typeface="Arial"/>
              </a:defRPr>
            </a:pPr>
            <a:r>
              <a:rPr sz="2250">
                <a:solidFill>
                  <a:srgbClr val="F4F8FF"/>
                </a:solidFill>
                <a:latin typeface="Arial"/>
                <a:ea typeface="Arial"/>
                <a:cs typeface="Arial"/>
              </a:rPr>
              <a:t>Isi lubang, saring luas</a:t>
            </a:r>
          </a:p>
          <a:p>
            <a:pPr algn="l">
              <a:defRPr sz="2250">
                <a:solidFill>
                  <a:srgbClr val="F4F8FF"/>
                </a:solidFill>
                <a:latin typeface="Arial"/>
                <a:ea typeface="Arial"/>
                <a:cs typeface="Arial"/>
              </a:defRPr>
            </a:pPr>
            <a:r>
              <a:rPr sz="2250">
                <a:solidFill>
                  <a:srgbClr val="F4F8FF"/>
                </a:solidFill>
                <a:latin typeface="Arial"/>
                <a:ea typeface="Arial"/>
                <a:cs typeface="Arial"/>
              </a:rPr>
              <a:t>kurang dari 50 px²</a:t>
            </a:r>
          </a:p>
        </p:txBody>
      </p:sp>
      <p:sp>
        <p:nvSpPr>
          <p:cNvPr id="9" name="tahap-3">
            <a:extLst>
              <a:ext uri="{FF2B5EF4-FFF2-40B4-BE49-F238E27FC236}">
                <a16:creationId xmlns:a16="http://schemas.microsoft.com/office/drawing/2014/main" id="{599B7947-88E3-44DB-B054-BD6DCAC2991A}"/>
              </a:ext>
            </a:extLst>
          </p:cNvPr>
          <p:cNvSpPr>
            <a:spLocks noGrp="1"/>
          </p:cNvSpPr>
          <p:nvPr/>
        </p:nvSpPr>
        <p:spPr>
          <a:xfrm>
            <a:off x="609600" y="4295775"/>
            <a:ext cx="647700" cy="447675"/>
          </a:xfrm>
          <a:prstGeom prst="rect">
            <a:avLst/>
          </a:prstGeom>
          <a:noFill/>
          <a:ln w="0">
            <a:noFill/>
            <a:prstDash val="solid"/>
          </a:ln>
        </p:spPr>
        <p:txBody>
          <a:bodyPr wrap="square" lIns="0" tIns="0" rIns="0" bIns="0" anchor="t">
            <a:noAutofit/>
          </a:bodyPr>
          <a:lstStyle>
            <a:defPPr algn="l">
              <a:defRPr sz="2550" b="1">
                <a:solidFill>
                  <a:srgbClr val="5DDFFF"/>
                </a:solidFill>
                <a:latin typeface="Arial"/>
                <a:ea typeface="Arial"/>
                <a:cs typeface="Arial"/>
              </a:defRPr>
            </a:defPPr>
            <a:lvl1pPr algn="l">
              <a:defRPr sz="2550" b="1">
                <a:solidFill>
                  <a:srgbClr val="5DDFFF"/>
                </a:solidFill>
                <a:latin typeface="Arial"/>
                <a:ea typeface="Arial"/>
                <a:cs typeface="Arial"/>
              </a:defRPr>
            </a:lvl1pPr>
            <a:lvl2pPr algn="l">
              <a:defRPr sz="2550" b="1">
                <a:solidFill>
                  <a:srgbClr val="5DDFFF"/>
                </a:solidFill>
                <a:latin typeface="Arial"/>
                <a:ea typeface="Arial"/>
                <a:cs typeface="Arial"/>
              </a:defRPr>
            </a:lvl2pPr>
            <a:lvl3pPr algn="l">
              <a:defRPr sz="2550" b="1">
                <a:solidFill>
                  <a:srgbClr val="5DDFFF"/>
                </a:solidFill>
                <a:latin typeface="Arial"/>
                <a:ea typeface="Arial"/>
                <a:cs typeface="Arial"/>
              </a:defRPr>
            </a:lvl3pPr>
            <a:lvl4pPr algn="l">
              <a:defRPr sz="2550" b="1">
                <a:solidFill>
                  <a:srgbClr val="5DDFFF"/>
                </a:solidFill>
                <a:latin typeface="Arial"/>
                <a:ea typeface="Arial"/>
                <a:cs typeface="Arial"/>
              </a:defRPr>
            </a:lvl4pPr>
            <a:lvl5pPr algn="l">
              <a:defRPr sz="2550" b="1">
                <a:solidFill>
                  <a:srgbClr val="5DDFFF"/>
                </a:solidFill>
                <a:latin typeface="Arial"/>
                <a:ea typeface="Arial"/>
                <a:cs typeface="Arial"/>
              </a:defRPr>
            </a:lvl5pPr>
            <a:lvl6pPr algn="l">
              <a:defRPr sz="2550" b="1">
                <a:solidFill>
                  <a:srgbClr val="5DDFFF"/>
                </a:solidFill>
                <a:latin typeface="Arial"/>
                <a:ea typeface="Arial"/>
                <a:cs typeface="Arial"/>
              </a:defRPr>
            </a:lvl6pPr>
            <a:lvl7pPr algn="l">
              <a:defRPr sz="2550" b="1">
                <a:solidFill>
                  <a:srgbClr val="5DDFFF"/>
                </a:solidFill>
                <a:latin typeface="Arial"/>
                <a:ea typeface="Arial"/>
                <a:cs typeface="Arial"/>
              </a:defRPr>
            </a:lvl7pPr>
            <a:lvl8pPr algn="l">
              <a:defRPr sz="2550" b="1">
                <a:solidFill>
                  <a:srgbClr val="5DDFFF"/>
                </a:solidFill>
                <a:latin typeface="Arial"/>
                <a:ea typeface="Arial"/>
                <a:cs typeface="Arial"/>
              </a:defRPr>
            </a:lvl8pPr>
            <a:lvl9pPr algn="l">
              <a:defRPr sz="2550" b="1">
                <a:solidFill>
                  <a:srgbClr val="5DDFFF"/>
                </a:solidFill>
                <a:latin typeface="Arial"/>
                <a:ea typeface="Arial"/>
                <a:cs typeface="Arial"/>
              </a:defRPr>
            </a:lvl9pPr>
          </a:lstStyle>
          <a:p>
            <a:pPr algn="l">
              <a:defRPr sz="2550" b="1">
                <a:solidFill>
                  <a:srgbClr val="5DDFFF"/>
                </a:solidFill>
                <a:latin typeface="Arial"/>
                <a:ea typeface="Arial"/>
                <a:cs typeface="Arial"/>
              </a:defRPr>
            </a:pPr>
            <a:r>
              <a:rPr sz="2550" b="1">
                <a:solidFill>
                  <a:srgbClr val="5DDFFF"/>
                </a:solidFill>
                <a:latin typeface="Arial"/>
                <a:ea typeface="Arial"/>
                <a:cs typeface="Arial"/>
              </a:rPr>
              <a:t>03</a:t>
            </a:r>
          </a:p>
        </p:txBody>
      </p:sp>
      <p:sp>
        <p:nvSpPr>
          <p:cNvPr id="10" name="segmentasi-3">
            <a:extLst>
              <a:ext uri="{FF2B5EF4-FFF2-40B4-BE49-F238E27FC236}">
                <a16:creationId xmlns:a16="http://schemas.microsoft.com/office/drawing/2014/main" id="{606B9B26-8B3E-4FCB-8938-F101B496DC26}"/>
              </a:ext>
            </a:extLst>
          </p:cNvPr>
          <p:cNvSpPr>
            <a:spLocks noGrp="1"/>
          </p:cNvSpPr>
          <p:nvPr/>
        </p:nvSpPr>
        <p:spPr>
          <a:xfrm>
            <a:off x="1390650" y="4324350"/>
            <a:ext cx="3209925" cy="666750"/>
          </a:xfrm>
          <a:prstGeom prst="rect">
            <a:avLst/>
          </a:prstGeom>
          <a:noFill/>
          <a:ln w="0">
            <a:noFill/>
            <a:prstDash val="solid"/>
          </a:ln>
        </p:spPr>
        <p:txBody>
          <a:bodyPr wrap="square" lIns="0" tIns="0" rIns="0" bIns="0" anchor="t">
            <a:noAutofit/>
          </a:bodyPr>
          <a:lstStyle>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a:pPr algn="l">
              <a:defRPr sz="2250">
                <a:solidFill>
                  <a:srgbClr val="F4F8FF"/>
                </a:solidFill>
                <a:latin typeface="Arial"/>
                <a:ea typeface="Arial"/>
                <a:cs typeface="Arial"/>
              </a:defRPr>
            </a:pPr>
            <a:r>
              <a:rPr sz="2250">
                <a:solidFill>
                  <a:srgbClr val="F4F8FF"/>
                </a:solidFill>
                <a:latin typeface="Arial"/>
                <a:ea typeface="Arial"/>
                <a:cs typeface="Arial"/>
              </a:rPr>
              <a:t>Label 8 tetangga</a:t>
            </a:r>
          </a:p>
        </p:txBody>
      </p:sp>
      <p:sp>
        <p:nvSpPr>
          <p:cNvPr id="11" name="mask-label">
            <a:extLst>
              <a:ext uri="{FF2B5EF4-FFF2-40B4-BE49-F238E27FC236}">
                <a16:creationId xmlns:a16="http://schemas.microsoft.com/office/drawing/2014/main" id="{59DD3238-2BE5-4678-BF9E-72A596769BEA}"/>
              </a:ext>
            </a:extLst>
          </p:cNvPr>
          <p:cNvSpPr>
            <a:spLocks noGrp="1"/>
          </p:cNvSpPr>
          <p:nvPr/>
        </p:nvSpPr>
        <p:spPr>
          <a:xfrm>
            <a:off x="5038725" y="1685925"/>
            <a:ext cx="2895600" cy="428625"/>
          </a:xfrm>
          <a:prstGeom prst="rect">
            <a:avLst/>
          </a:prstGeom>
          <a:noFill/>
          <a:ln w="0">
            <a:noFill/>
            <a:prstDash val="solid"/>
          </a:ln>
        </p:spPr>
        <p:txBody>
          <a:bodyPr wrap="square" lIns="0" tIns="0" rIns="0" bIns="0" anchor="t">
            <a:noAutofit/>
          </a:bodyPr>
          <a:lstStyle>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a:pPr algn="ctr">
              <a:defRPr sz="2250" b="1">
                <a:solidFill>
                  <a:srgbClr val="5DDFFF"/>
                </a:solidFill>
                <a:latin typeface="Arial"/>
                <a:ea typeface="Arial"/>
                <a:cs typeface="Arial"/>
              </a:defRPr>
            </a:pPr>
            <a:r>
              <a:rPr sz="2250" b="1">
                <a:solidFill>
                  <a:srgbClr val="5DDFFF"/>
                </a:solidFill>
                <a:latin typeface="Arial"/>
                <a:ea typeface="Arial"/>
                <a:cs typeface="Arial"/>
              </a:rPr>
              <a:t>Mask koin</a:t>
            </a:r>
          </a:p>
        </p:txBody>
      </p:sp>
      <p:sp>
        <p:nvSpPr>
          <p:cNvPr id="12" name="komponen-label">
            <a:extLst>
              <a:ext uri="{FF2B5EF4-FFF2-40B4-BE49-F238E27FC236}">
                <a16:creationId xmlns:a16="http://schemas.microsoft.com/office/drawing/2014/main" id="{1AE58147-95ED-4F24-845A-3E754EC0DC7C}"/>
              </a:ext>
            </a:extLst>
          </p:cNvPr>
          <p:cNvSpPr>
            <a:spLocks noGrp="1"/>
          </p:cNvSpPr>
          <p:nvPr/>
        </p:nvSpPr>
        <p:spPr>
          <a:xfrm>
            <a:off x="8572500" y="1685925"/>
            <a:ext cx="2895600" cy="428625"/>
          </a:xfrm>
          <a:prstGeom prst="rect">
            <a:avLst/>
          </a:prstGeom>
          <a:noFill/>
          <a:ln w="0">
            <a:noFill/>
            <a:prstDash val="solid"/>
          </a:ln>
        </p:spPr>
        <p:txBody>
          <a:bodyPr wrap="square" lIns="0" tIns="0" rIns="0" bIns="0" anchor="t">
            <a:noAutofit/>
          </a:bodyPr>
          <a:lstStyle>
            <a:defPPr algn="ctr">
              <a:defRPr sz="2100" b="1">
                <a:solidFill>
                  <a:srgbClr val="5DDFFF"/>
                </a:solidFill>
                <a:latin typeface="Arial"/>
                <a:ea typeface="Arial"/>
                <a:cs typeface="Arial"/>
              </a:defRPr>
            </a:defPPr>
            <a:lvl1pPr algn="ctr">
              <a:defRPr sz="2100" b="1">
                <a:solidFill>
                  <a:srgbClr val="5DDFFF"/>
                </a:solidFill>
                <a:latin typeface="Arial"/>
                <a:ea typeface="Arial"/>
                <a:cs typeface="Arial"/>
              </a:defRPr>
            </a:lvl1pPr>
            <a:lvl2pPr algn="ctr">
              <a:defRPr sz="2100" b="1">
                <a:solidFill>
                  <a:srgbClr val="5DDFFF"/>
                </a:solidFill>
                <a:latin typeface="Arial"/>
                <a:ea typeface="Arial"/>
                <a:cs typeface="Arial"/>
              </a:defRPr>
            </a:lvl2pPr>
            <a:lvl3pPr algn="ctr">
              <a:defRPr sz="2100" b="1">
                <a:solidFill>
                  <a:srgbClr val="5DDFFF"/>
                </a:solidFill>
                <a:latin typeface="Arial"/>
                <a:ea typeface="Arial"/>
                <a:cs typeface="Arial"/>
              </a:defRPr>
            </a:lvl3pPr>
            <a:lvl4pPr algn="ctr">
              <a:defRPr sz="2100" b="1">
                <a:solidFill>
                  <a:srgbClr val="5DDFFF"/>
                </a:solidFill>
                <a:latin typeface="Arial"/>
                <a:ea typeface="Arial"/>
                <a:cs typeface="Arial"/>
              </a:defRPr>
            </a:lvl4pPr>
            <a:lvl5pPr algn="ctr">
              <a:defRPr sz="2100" b="1">
                <a:solidFill>
                  <a:srgbClr val="5DDFFF"/>
                </a:solidFill>
                <a:latin typeface="Arial"/>
                <a:ea typeface="Arial"/>
                <a:cs typeface="Arial"/>
              </a:defRPr>
            </a:lvl5pPr>
            <a:lvl6pPr algn="ctr">
              <a:defRPr sz="2100" b="1">
                <a:solidFill>
                  <a:srgbClr val="5DDFFF"/>
                </a:solidFill>
                <a:latin typeface="Arial"/>
                <a:ea typeface="Arial"/>
                <a:cs typeface="Arial"/>
              </a:defRPr>
            </a:lvl6pPr>
            <a:lvl7pPr algn="ctr">
              <a:defRPr sz="2100" b="1">
                <a:solidFill>
                  <a:srgbClr val="5DDFFF"/>
                </a:solidFill>
                <a:latin typeface="Arial"/>
                <a:ea typeface="Arial"/>
                <a:cs typeface="Arial"/>
              </a:defRPr>
            </a:lvl7pPr>
            <a:lvl8pPr algn="ctr">
              <a:defRPr sz="2100" b="1">
                <a:solidFill>
                  <a:srgbClr val="5DDFFF"/>
                </a:solidFill>
                <a:latin typeface="Arial"/>
                <a:ea typeface="Arial"/>
                <a:cs typeface="Arial"/>
              </a:defRPr>
            </a:lvl8pPr>
            <a:lvl9pPr algn="ctr">
              <a:defRPr sz="2100" b="1">
                <a:solidFill>
                  <a:srgbClr val="5DDFFF"/>
                </a:solidFill>
                <a:latin typeface="Arial"/>
                <a:ea typeface="Arial"/>
                <a:cs typeface="Arial"/>
              </a:defRPr>
            </a:lvl9pPr>
          </a:lstStyle>
          <a:p>
            <a:pPr algn="ctr">
              <a:defRPr sz="2100" b="1">
                <a:solidFill>
                  <a:srgbClr val="5DDFFF"/>
                </a:solidFill>
                <a:latin typeface="Arial"/>
                <a:ea typeface="Arial"/>
                <a:cs typeface="Arial"/>
              </a:defRPr>
            </a:pPr>
            <a:r>
              <a:rPr sz="2100" b="1">
                <a:solidFill>
                  <a:srgbClr val="5DDFFF"/>
                </a:solidFill>
                <a:latin typeface="Arial"/>
                <a:ea typeface="Arial"/>
                <a:cs typeface="Arial"/>
              </a:rPr>
              <a:t>Komponen berlabel</a:t>
            </a:r>
          </a:p>
        </p:txBody>
      </p:sp>
      <p:pic>
        <p:nvPicPr>
          <p:cNvPr id="13" name="Gambar 12">
            <a:extLst>
              <a:ext uri="{FF2B5EF4-FFF2-40B4-BE49-F238E27FC236}">
                <a16:creationId xmlns:a16="http://schemas.microsoft.com/office/drawing/2014/main" id="{5ECD1A71-04D0-4336-B02B-DCAFBEF5770B}"/>
              </a:ext>
            </a:extLst>
          </p:cNvPr>
          <p:cNvPicPr>
            <a:picLocks noChangeAspect="1"/>
          </p:cNvPicPr>
          <p:nvPr/>
        </p:nvPicPr>
        <p:blipFill>
          <a:blip r:embed="rId4"/>
          <a:stretch/>
        </p:blipFill>
        <p:spPr>
          <a:xfrm>
            <a:off x="5038725" y="2362200"/>
            <a:ext cx="2895600" cy="2895600"/>
          </a:xfrm>
          <a:prstGeom prst="rect">
            <a:avLst/>
          </a:prstGeom>
        </p:spPr>
      </p:pic>
      <p:pic>
        <p:nvPicPr>
          <p:cNvPr id="14" name="Gambar 13">
            <a:extLst>
              <a:ext uri="{FF2B5EF4-FFF2-40B4-BE49-F238E27FC236}">
                <a16:creationId xmlns:a16="http://schemas.microsoft.com/office/drawing/2014/main" id="{C4896305-CCA0-4AC4-9E53-4DCA981FC125}"/>
              </a:ext>
            </a:extLst>
          </p:cNvPr>
          <p:cNvPicPr>
            <a:picLocks noChangeAspect="1"/>
          </p:cNvPicPr>
          <p:nvPr/>
        </p:nvPicPr>
        <p:blipFill>
          <a:blip r:embed="rId5"/>
          <a:stretch/>
        </p:blipFill>
        <p:spPr>
          <a:xfrm>
            <a:off x="8572500" y="2362200"/>
            <a:ext cx="2895600" cy="2895600"/>
          </a:xfrm>
          <a:prstGeom prst="rect">
            <a:avLst/>
          </a:prstGeom>
        </p:spPr>
      </p:pic>
      <p:sp>
        <p:nvSpPr>
          <p:cNvPr id="15" name="asumsi">
            <a:extLst>
              <a:ext uri="{FF2B5EF4-FFF2-40B4-BE49-F238E27FC236}">
                <a16:creationId xmlns:a16="http://schemas.microsoft.com/office/drawing/2014/main" id="{735A00A7-3222-44FD-8225-672C31EFD6E2}"/>
              </a:ext>
            </a:extLst>
          </p:cNvPr>
          <p:cNvSpPr>
            <a:spLocks noGrp="1"/>
          </p:cNvSpPr>
          <p:nvPr/>
        </p:nvSpPr>
        <p:spPr>
          <a:xfrm>
            <a:off x="609600" y="5619750"/>
            <a:ext cx="10763250" cy="742950"/>
          </a:xfrm>
          <a:prstGeom prst="rect">
            <a:avLst/>
          </a:prstGeom>
          <a:noFill/>
          <a:ln w="0">
            <a:noFill/>
            <a:prstDash val="solid"/>
          </a:ln>
        </p:spPr>
        <p:txBody>
          <a:bodyPr wrap="square" lIns="0" tIns="0" rIns="0" bIns="0" anchor="t">
            <a:noAutofit/>
          </a:bodyPr>
          <a:lstStyle>
            <a:defPPr algn="l">
              <a:defRPr sz="2025">
                <a:solidFill>
                  <a:srgbClr val="BCD0EB"/>
                </a:solidFill>
                <a:latin typeface="Arial"/>
                <a:ea typeface="Arial"/>
                <a:cs typeface="Arial"/>
              </a:defRPr>
            </a:defPPr>
            <a:lvl1pPr algn="l">
              <a:defRPr sz="2025">
                <a:solidFill>
                  <a:srgbClr val="BCD0EB"/>
                </a:solidFill>
                <a:latin typeface="Arial"/>
                <a:ea typeface="Arial"/>
                <a:cs typeface="Arial"/>
              </a:defRPr>
            </a:lvl1pPr>
            <a:lvl2pPr algn="l">
              <a:defRPr sz="2025">
                <a:solidFill>
                  <a:srgbClr val="BCD0EB"/>
                </a:solidFill>
                <a:latin typeface="Arial"/>
                <a:ea typeface="Arial"/>
                <a:cs typeface="Arial"/>
              </a:defRPr>
            </a:lvl2pPr>
            <a:lvl3pPr algn="l">
              <a:defRPr sz="2025">
                <a:solidFill>
                  <a:srgbClr val="BCD0EB"/>
                </a:solidFill>
                <a:latin typeface="Arial"/>
                <a:ea typeface="Arial"/>
                <a:cs typeface="Arial"/>
              </a:defRPr>
            </a:lvl3pPr>
            <a:lvl4pPr algn="l">
              <a:defRPr sz="2025">
                <a:solidFill>
                  <a:srgbClr val="BCD0EB"/>
                </a:solidFill>
                <a:latin typeface="Arial"/>
                <a:ea typeface="Arial"/>
                <a:cs typeface="Arial"/>
              </a:defRPr>
            </a:lvl4pPr>
            <a:lvl5pPr algn="l">
              <a:defRPr sz="2025">
                <a:solidFill>
                  <a:srgbClr val="BCD0EB"/>
                </a:solidFill>
                <a:latin typeface="Arial"/>
                <a:ea typeface="Arial"/>
                <a:cs typeface="Arial"/>
              </a:defRPr>
            </a:lvl5pPr>
            <a:lvl6pPr algn="l">
              <a:defRPr sz="2025">
                <a:solidFill>
                  <a:srgbClr val="BCD0EB"/>
                </a:solidFill>
                <a:latin typeface="Arial"/>
                <a:ea typeface="Arial"/>
                <a:cs typeface="Arial"/>
              </a:defRPr>
            </a:lvl6pPr>
            <a:lvl7pPr algn="l">
              <a:defRPr sz="2025">
                <a:solidFill>
                  <a:srgbClr val="BCD0EB"/>
                </a:solidFill>
                <a:latin typeface="Arial"/>
                <a:ea typeface="Arial"/>
                <a:cs typeface="Arial"/>
              </a:defRPr>
            </a:lvl7pPr>
            <a:lvl8pPr algn="l">
              <a:defRPr sz="2025">
                <a:solidFill>
                  <a:srgbClr val="BCD0EB"/>
                </a:solidFill>
                <a:latin typeface="Arial"/>
                <a:ea typeface="Arial"/>
                <a:cs typeface="Arial"/>
              </a:defRPr>
            </a:lvl8pPr>
            <a:lvl9pPr algn="l">
              <a:defRPr sz="2025">
                <a:solidFill>
                  <a:srgbClr val="BCD0EB"/>
                </a:solidFill>
                <a:latin typeface="Arial"/>
                <a:ea typeface="Arial"/>
                <a:cs typeface="Arial"/>
              </a:defRPr>
            </a:lvl9pPr>
          </a:lstStyle>
          <a:p>
            <a:pPr algn="l">
              <a:defRPr sz="2025">
                <a:solidFill>
                  <a:srgbClr val="BCD0EB"/>
                </a:solidFill>
                <a:latin typeface="Arial"/>
                <a:ea typeface="Arial"/>
                <a:cs typeface="Arial"/>
              </a:defRPr>
            </a:pPr>
            <a:r>
              <a:rPr sz="2025">
                <a:solidFill>
                  <a:srgbClr val="BCD0EB"/>
                </a:solidFill>
                <a:latin typeface="Arial"/>
                <a:ea typeface="Arial"/>
                <a:cs typeface="Arial"/>
              </a:rPr>
              <a:t>Data sintetis. Koin utuh dan terpisah pada latar seragam.</a:t>
            </a:r>
          </a:p>
          <a:p>
            <a:pPr algn="l">
              <a:defRPr sz="2025">
                <a:solidFill>
                  <a:srgbClr val="BCD0EB"/>
                </a:solidFill>
                <a:latin typeface="Arial"/>
                <a:ea typeface="Arial"/>
                <a:cs typeface="Arial"/>
              </a:defRPr>
            </a:pPr>
            <a:r>
              <a:rPr sz="2025">
                <a:solidFill>
                  <a:srgbClr val="BCD0EB"/>
                </a:solidFill>
                <a:latin typeface="Arial"/>
                <a:ea typeface="Arial"/>
                <a:cs typeface="Arial"/>
              </a:rPr>
              <a:t>Satu label mewakili satu koin.</a:t>
            </a:r>
          </a:p>
        </p:txBody>
      </p:sp>
    </p:spTree>
    <p:extLst>
      <p:ext uri="{BB962C8B-B14F-4D97-AF65-F5344CB8AC3E}">
        <p14:creationId xmlns:p14="http://schemas.microsoft.com/office/powerpoint/2010/main" val="1771212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CDAE292B-DB3D-4C62-BBA6-8940566A1BD9}"/>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A76B7395-B555-44B2-A350-DE320FE01158}"/>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3: pengukuran dengan regionprops</a:t>
            </a:r>
          </a:p>
        </p:txBody>
      </p:sp>
      <p:sp>
        <p:nvSpPr>
          <p:cNvPr id="4" name="nomor-slide">
            <a:extLst>
              <a:ext uri="{FF2B5EF4-FFF2-40B4-BE49-F238E27FC236}">
                <a16:creationId xmlns:a16="http://schemas.microsoft.com/office/drawing/2014/main" id="{455C8353-D0F8-4F20-A2DF-D3BCA8E8A6CA}"/>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08 / 09</a:t>
            </a:r>
          </a:p>
        </p:txBody>
      </p:sp>
      <p:graphicFrame>
        <p:nvGraphicFramePr>
          <p:cNvPr id="5" name="Tabel 4">
            <a:extLst>
              <a:ext uri="{FF2B5EF4-FFF2-40B4-BE49-F238E27FC236}">
                <a16:creationId xmlns:a16="http://schemas.microsoft.com/office/drawing/2014/main" id="{ACE8251D-7270-4614-B439-31C14CE09032}"/>
              </a:ext>
            </a:extLst>
          </p:cNvPr>
          <p:cNvGraphicFramePr/>
          <p:nvPr/>
        </p:nvGraphicFramePr>
        <p:xfrm>
          <a:off x="609600" y="1781175"/>
          <a:ext cx="5905500" cy="3333750"/>
        </p:xfrm>
        <a:graphic>
          <a:graphicData uri="http://schemas.openxmlformats.org/drawingml/2006/table">
            <a:tbl>
              <a:tblPr/>
              <a:tblGrid>
                <a:gridCol w="32575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666750">
                <a:tc>
                  <a:txBody>
                    <a:bodyPr/>
                    <a:lstStyle/>
                    <a:p>
                      <a:pPr algn="l"/>
                      <a:r>
                        <a:rPr sz="1800" b="1">
                          <a:solidFill>
                            <a:srgbClr val="F4F8FF"/>
                          </a:solidFill>
                          <a:latin typeface="Arial"/>
                          <a:ea typeface="Arial"/>
                          <a:cs typeface="Arial"/>
                        </a:rPr>
                        <a:t>Atribut</a:t>
                      </a:r>
                    </a:p>
                  </a:txBody>
                  <a:tcPr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1800" b="1">
                          <a:solidFill>
                            <a:srgbClr val="F4F8FF"/>
                          </a:solidFill>
                          <a:latin typeface="Arial"/>
                          <a:ea typeface="Arial"/>
                          <a:cs typeface="Arial"/>
                        </a:rPr>
                        <a:t>Kegunaan</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extLst>
                  <a:ext uri="{0D108BD9-81ED-4DB2-BD59-A6C34878D82A}">
                    <a16:rowId xmlns:a16="http://schemas.microsoft.com/office/drawing/2014/main" val="10000"/>
                  </a:ext>
                </a:extLst>
              </a:tr>
              <a:tr h="666750">
                <a:tc>
                  <a:txBody>
                    <a:bodyPr/>
                    <a:lstStyle/>
                    <a:p>
                      <a:pPr algn="l"/>
                      <a:r>
                        <a:rPr sz="1800" b="0">
                          <a:solidFill>
                            <a:srgbClr val="F4F8FF"/>
                          </a:solidFill>
                          <a:latin typeface="Arial"/>
                          <a:ea typeface="Arial"/>
                          <a:cs typeface="Arial"/>
                        </a:rPr>
                        <a:t>area</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1800" b="0">
                          <a:solidFill>
                            <a:srgbClr val="F4F8FF"/>
                          </a:solidFill>
                          <a:latin typeface="Arial"/>
                          <a:ea typeface="Arial"/>
                          <a:cs typeface="Arial"/>
                        </a:rPr>
                        <a:t>Luas A</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1"/>
                  </a:ext>
                </a:extLst>
              </a:tr>
              <a:tr h="666750">
                <a:tc>
                  <a:txBody>
                    <a:bodyPr/>
                    <a:lstStyle/>
                    <a:p>
                      <a:pPr algn="l"/>
                      <a:r>
                        <a:rPr sz="1800" b="0">
                          <a:solidFill>
                            <a:srgbClr val="F4F8FF"/>
                          </a:solidFill>
                          <a:latin typeface="Arial"/>
                          <a:ea typeface="Arial"/>
                          <a:cs typeface="Arial"/>
                        </a:rPr>
                        <a:t>equivalent_diameter_area</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1800" b="0">
                          <a:solidFill>
                            <a:srgbClr val="F4F8FF"/>
                          </a:solidFill>
                          <a:latin typeface="Arial"/>
                          <a:ea typeface="Arial"/>
                          <a:cs typeface="Arial"/>
                        </a:rPr>
                        <a:t>Diameter ekuivalen</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2"/>
                  </a:ext>
                </a:extLst>
              </a:tr>
              <a:tr h="666750">
                <a:tc>
                  <a:txBody>
                    <a:bodyPr/>
                    <a:lstStyle/>
                    <a:p>
                      <a:pPr algn="l"/>
                      <a:r>
                        <a:rPr sz="1800" b="0">
                          <a:solidFill>
                            <a:srgbClr val="F4F8FF"/>
                          </a:solidFill>
                          <a:latin typeface="Arial"/>
                          <a:ea typeface="Arial"/>
                          <a:cs typeface="Arial"/>
                        </a:rPr>
                        <a:t>centroid</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1800" b="0">
                          <a:solidFill>
                            <a:srgbClr val="F4F8FF"/>
                          </a:solidFill>
                          <a:latin typeface="Arial"/>
                          <a:ea typeface="Arial"/>
                          <a:cs typeface="Arial"/>
                        </a:rPr>
                        <a:t>Posisi anotasi</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3"/>
                  </a:ext>
                </a:extLst>
              </a:tr>
              <a:tr h="666750">
                <a:tc>
                  <a:txBody>
                    <a:bodyPr/>
                    <a:lstStyle/>
                    <a:p>
                      <a:pPr algn="l"/>
                      <a:r>
                        <a:rPr sz="1800" b="0">
                          <a:solidFill>
                            <a:srgbClr val="F4F8FF"/>
                          </a:solidFill>
                          <a:latin typeface="Arial"/>
                          <a:ea typeface="Arial"/>
                          <a:cs typeface="Arial"/>
                        </a:rPr>
                        <a:t>bbox</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1800" b="0">
                          <a:solidFill>
                            <a:srgbClr val="F4F8FF"/>
                          </a:solidFill>
                          <a:latin typeface="Arial"/>
                          <a:ea typeface="Arial"/>
                          <a:cs typeface="Arial"/>
                        </a:rPr>
                        <a:t>Batas objek</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4"/>
                  </a:ext>
                </a:extLst>
              </a:tr>
            </a:tbl>
          </a:graphicData>
        </a:graphic>
      </p:graphicFrame>
      <p:sp>
        <p:nvSpPr>
          <p:cNvPr id="6" name="rumus-diameter">
            <a:extLst>
              <a:ext uri="{FF2B5EF4-FFF2-40B4-BE49-F238E27FC236}">
                <a16:creationId xmlns:a16="http://schemas.microsoft.com/office/drawing/2014/main" id="{811898BF-10D7-4E0E-960A-D392035C9ADE}"/>
              </a:ext>
            </a:extLst>
          </p:cNvPr>
          <p:cNvSpPr>
            <a:spLocks noGrp="1"/>
          </p:cNvSpPr>
          <p:nvPr/>
        </p:nvSpPr>
        <p:spPr>
          <a:xfrm>
            <a:off x="7115175" y="1809750"/>
            <a:ext cx="4467225" cy="771525"/>
          </a:xfrm>
          <a:prstGeom prst="rect">
            <a:avLst/>
          </a:prstGeom>
          <a:noFill/>
          <a:ln w="0">
            <a:noFill/>
            <a:prstDash val="solid"/>
          </a:ln>
        </p:spPr>
        <p:txBody>
          <a:bodyPr wrap="square" lIns="0" tIns="0" rIns="0" bIns="0" anchor="t">
            <a:noAutofit/>
          </a:bodyPr>
          <a:lstStyle>
            <a:defPPr algn="l">
              <a:defRPr sz="3750" b="1">
                <a:solidFill>
                  <a:srgbClr val="5DDFFF"/>
                </a:solidFill>
                <a:latin typeface="Arial"/>
                <a:ea typeface="Arial"/>
                <a:cs typeface="Arial"/>
              </a:defRPr>
            </a:defPPr>
            <a:lvl1pPr algn="l">
              <a:defRPr sz="3750" b="1">
                <a:solidFill>
                  <a:srgbClr val="5DDFFF"/>
                </a:solidFill>
                <a:latin typeface="Arial"/>
                <a:ea typeface="Arial"/>
                <a:cs typeface="Arial"/>
              </a:defRPr>
            </a:lvl1pPr>
            <a:lvl2pPr algn="l">
              <a:defRPr sz="3750" b="1">
                <a:solidFill>
                  <a:srgbClr val="5DDFFF"/>
                </a:solidFill>
                <a:latin typeface="Arial"/>
                <a:ea typeface="Arial"/>
                <a:cs typeface="Arial"/>
              </a:defRPr>
            </a:lvl2pPr>
            <a:lvl3pPr algn="l">
              <a:defRPr sz="3750" b="1">
                <a:solidFill>
                  <a:srgbClr val="5DDFFF"/>
                </a:solidFill>
                <a:latin typeface="Arial"/>
                <a:ea typeface="Arial"/>
                <a:cs typeface="Arial"/>
              </a:defRPr>
            </a:lvl3pPr>
            <a:lvl4pPr algn="l">
              <a:defRPr sz="3750" b="1">
                <a:solidFill>
                  <a:srgbClr val="5DDFFF"/>
                </a:solidFill>
                <a:latin typeface="Arial"/>
                <a:ea typeface="Arial"/>
                <a:cs typeface="Arial"/>
              </a:defRPr>
            </a:lvl4pPr>
            <a:lvl5pPr algn="l">
              <a:defRPr sz="3750" b="1">
                <a:solidFill>
                  <a:srgbClr val="5DDFFF"/>
                </a:solidFill>
                <a:latin typeface="Arial"/>
                <a:ea typeface="Arial"/>
                <a:cs typeface="Arial"/>
              </a:defRPr>
            </a:lvl5pPr>
            <a:lvl6pPr algn="l">
              <a:defRPr sz="3750" b="1">
                <a:solidFill>
                  <a:srgbClr val="5DDFFF"/>
                </a:solidFill>
                <a:latin typeface="Arial"/>
                <a:ea typeface="Arial"/>
                <a:cs typeface="Arial"/>
              </a:defRPr>
            </a:lvl6pPr>
            <a:lvl7pPr algn="l">
              <a:defRPr sz="3750" b="1">
                <a:solidFill>
                  <a:srgbClr val="5DDFFF"/>
                </a:solidFill>
                <a:latin typeface="Arial"/>
                <a:ea typeface="Arial"/>
                <a:cs typeface="Arial"/>
              </a:defRPr>
            </a:lvl7pPr>
            <a:lvl8pPr algn="l">
              <a:defRPr sz="3750" b="1">
                <a:solidFill>
                  <a:srgbClr val="5DDFFF"/>
                </a:solidFill>
                <a:latin typeface="Arial"/>
                <a:ea typeface="Arial"/>
                <a:cs typeface="Arial"/>
              </a:defRPr>
            </a:lvl8pPr>
            <a:lvl9pPr algn="l">
              <a:defRPr sz="3750" b="1">
                <a:solidFill>
                  <a:srgbClr val="5DDFFF"/>
                </a:solidFill>
                <a:latin typeface="Arial"/>
                <a:ea typeface="Arial"/>
                <a:cs typeface="Arial"/>
              </a:defRPr>
            </a:lvl9pPr>
          </a:lstStyle>
          <a:p>
            <a:pPr algn="l">
              <a:defRPr sz="3750" b="1">
                <a:solidFill>
                  <a:srgbClr val="5DDFFF"/>
                </a:solidFill>
                <a:latin typeface="Arial"/>
                <a:ea typeface="Arial"/>
                <a:cs typeface="Arial"/>
              </a:defRPr>
            </a:pPr>
            <a:r>
              <a:rPr sz="3750" b="1">
                <a:solidFill>
                  <a:srgbClr val="5DDFFF"/>
                </a:solidFill>
                <a:latin typeface="Arial"/>
                <a:ea typeface="Arial"/>
                <a:cs typeface="Arial"/>
              </a:rPr>
              <a:t>d = √(4A/π)</a:t>
            </a:r>
          </a:p>
        </p:txBody>
      </p:sp>
      <p:sp>
        <p:nvSpPr>
          <p:cNvPr id="7" name="aturan">
            <a:extLst>
              <a:ext uri="{FF2B5EF4-FFF2-40B4-BE49-F238E27FC236}">
                <a16:creationId xmlns:a16="http://schemas.microsoft.com/office/drawing/2014/main" id="{8FB4BAF3-9E87-407B-A3CB-A75C2A292E40}"/>
              </a:ext>
            </a:extLst>
          </p:cNvPr>
          <p:cNvSpPr>
            <a:spLocks noGrp="1"/>
          </p:cNvSpPr>
          <p:nvPr/>
        </p:nvSpPr>
        <p:spPr>
          <a:xfrm>
            <a:off x="7115175" y="2905125"/>
            <a:ext cx="4467225" cy="2524125"/>
          </a:xfrm>
          <a:prstGeom prst="rect">
            <a:avLst/>
          </a:prstGeom>
          <a:noFill/>
          <a:ln w="0">
            <a:noFill/>
            <a:prstDash val="solid"/>
          </a:ln>
        </p:spPr>
        <p:txBody>
          <a:bodyPr wrap="square" lIns="0" tIns="0" rIns="0" bIns="0" anchor="t">
            <a:noAutofit/>
          </a:bodyPr>
          <a:lstStyle>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a:pPr algn="l">
              <a:defRPr sz="2250">
                <a:solidFill>
                  <a:srgbClr val="F4F8FF"/>
                </a:solidFill>
                <a:latin typeface="Arial"/>
                <a:ea typeface="Arial"/>
                <a:cs typeface="Arial"/>
              </a:defRPr>
            </a:pPr>
            <a:r>
              <a:rPr sz="2250">
                <a:solidFill>
                  <a:srgbClr val="F4F8FF"/>
                </a:solidFill>
                <a:latin typeface="Arial"/>
                <a:ea typeface="Arial"/>
                <a:cs typeface="Arial"/>
              </a:rPr>
              <a:t>Urutkan kecil ke besar.</a:t>
            </a:r>
          </a:p>
          <a:p>
            <a:endParaRPr sz="2250">
              <a:solidFill>
                <a:srgbClr val="F4F8FF"/>
              </a:solidFill>
              <a:latin typeface="Arial"/>
              <a:ea typeface="Arial"/>
              <a:cs typeface="Arial"/>
            </a:endParaRPr>
          </a:p>
          <a:p>
            <a:pPr algn="l">
              <a:defRPr sz="2250">
                <a:solidFill>
                  <a:srgbClr val="F4F8FF"/>
                </a:solidFill>
                <a:latin typeface="Arial"/>
                <a:ea typeface="Arial"/>
                <a:cs typeface="Arial"/>
              </a:defRPr>
            </a:pPr>
            <a:r>
              <a:rPr sz="2250">
                <a:solidFill>
                  <a:srgbClr val="F4F8FF"/>
                </a:solidFill>
                <a:latin typeface="Arial"/>
                <a:ea typeface="Arial"/>
                <a:cs typeface="Arial"/>
              </a:rPr>
              <a:t>Seluruh calon anggota</a:t>
            </a:r>
          </a:p>
          <a:p>
            <a:pPr algn="l">
              <a:defRPr sz="2250">
                <a:solidFill>
                  <a:srgbClr val="F4F8FF"/>
                </a:solidFill>
                <a:latin typeface="Arial"/>
                <a:ea typeface="Arial"/>
                <a:cs typeface="Arial"/>
              </a:defRPr>
            </a:pPr>
            <a:r>
              <a:rPr sz="2250">
                <a:solidFill>
                  <a:srgbClr val="F4F8FF"/>
                </a:solidFill>
                <a:latin typeface="Arial"/>
                <a:ea typeface="Arial"/>
                <a:cs typeface="Arial"/>
              </a:rPr>
              <a:t>harus berada dalam ±8%</a:t>
            </a:r>
          </a:p>
          <a:p>
            <a:pPr algn="l">
              <a:defRPr sz="2250">
                <a:solidFill>
                  <a:srgbClr val="F4F8FF"/>
                </a:solidFill>
                <a:latin typeface="Arial"/>
                <a:ea typeface="Arial"/>
                <a:cs typeface="Arial"/>
              </a:defRPr>
            </a:pPr>
            <a:r>
              <a:rPr sz="2250">
                <a:solidFill>
                  <a:srgbClr val="F4F8FF"/>
                </a:solidFill>
                <a:latin typeface="Arial"/>
                <a:ea typeface="Arial"/>
                <a:cs typeface="Arial"/>
              </a:rPr>
              <a:t>median calon kelompok.</a:t>
            </a:r>
          </a:p>
        </p:txBody>
      </p:sp>
      <p:sp>
        <p:nvSpPr>
          <p:cNvPr id="8" name="batas">
            <a:extLst>
              <a:ext uri="{FF2B5EF4-FFF2-40B4-BE49-F238E27FC236}">
                <a16:creationId xmlns:a16="http://schemas.microsoft.com/office/drawing/2014/main" id="{B5C9CA29-28F4-4FDF-8C02-BC73EAF99110}"/>
              </a:ext>
            </a:extLst>
          </p:cNvPr>
          <p:cNvSpPr>
            <a:spLocks noGrp="1"/>
          </p:cNvSpPr>
          <p:nvPr/>
        </p:nvSpPr>
        <p:spPr>
          <a:xfrm>
            <a:off x="609600" y="5724525"/>
            <a:ext cx="10715625" cy="628650"/>
          </a:xfrm>
          <a:prstGeom prst="rect">
            <a:avLst/>
          </a:prstGeom>
          <a:noFill/>
          <a:ln w="0">
            <a:noFill/>
            <a:prstDash val="solid"/>
          </a:ln>
        </p:spPr>
        <p:txBody>
          <a:bodyPr wrap="square" lIns="0" tIns="0" rIns="0" bIns="0" anchor="t">
            <a:noAutofit/>
          </a:bodyPr>
          <a:lstStyle>
            <a:defPPr algn="l">
              <a:defRPr sz="2025">
                <a:solidFill>
                  <a:srgbClr val="BCD0EB"/>
                </a:solidFill>
                <a:latin typeface="Arial"/>
                <a:ea typeface="Arial"/>
                <a:cs typeface="Arial"/>
              </a:defRPr>
            </a:defPPr>
            <a:lvl1pPr algn="l">
              <a:defRPr sz="2025">
                <a:solidFill>
                  <a:srgbClr val="BCD0EB"/>
                </a:solidFill>
                <a:latin typeface="Arial"/>
                <a:ea typeface="Arial"/>
                <a:cs typeface="Arial"/>
              </a:defRPr>
            </a:lvl1pPr>
            <a:lvl2pPr algn="l">
              <a:defRPr sz="2025">
                <a:solidFill>
                  <a:srgbClr val="BCD0EB"/>
                </a:solidFill>
                <a:latin typeface="Arial"/>
                <a:ea typeface="Arial"/>
                <a:cs typeface="Arial"/>
              </a:defRPr>
            </a:lvl2pPr>
            <a:lvl3pPr algn="l">
              <a:defRPr sz="2025">
                <a:solidFill>
                  <a:srgbClr val="BCD0EB"/>
                </a:solidFill>
                <a:latin typeface="Arial"/>
                <a:ea typeface="Arial"/>
                <a:cs typeface="Arial"/>
              </a:defRPr>
            </a:lvl3pPr>
            <a:lvl4pPr algn="l">
              <a:defRPr sz="2025">
                <a:solidFill>
                  <a:srgbClr val="BCD0EB"/>
                </a:solidFill>
                <a:latin typeface="Arial"/>
                <a:ea typeface="Arial"/>
                <a:cs typeface="Arial"/>
              </a:defRPr>
            </a:lvl4pPr>
            <a:lvl5pPr algn="l">
              <a:defRPr sz="2025">
                <a:solidFill>
                  <a:srgbClr val="BCD0EB"/>
                </a:solidFill>
                <a:latin typeface="Arial"/>
                <a:ea typeface="Arial"/>
                <a:cs typeface="Arial"/>
              </a:defRPr>
            </a:lvl5pPr>
            <a:lvl6pPr algn="l">
              <a:defRPr sz="2025">
                <a:solidFill>
                  <a:srgbClr val="BCD0EB"/>
                </a:solidFill>
                <a:latin typeface="Arial"/>
                <a:ea typeface="Arial"/>
                <a:cs typeface="Arial"/>
              </a:defRPr>
            </a:lvl6pPr>
            <a:lvl7pPr algn="l">
              <a:defRPr sz="2025">
                <a:solidFill>
                  <a:srgbClr val="BCD0EB"/>
                </a:solidFill>
                <a:latin typeface="Arial"/>
                <a:ea typeface="Arial"/>
                <a:cs typeface="Arial"/>
              </a:defRPr>
            </a:lvl7pPr>
            <a:lvl8pPr algn="l">
              <a:defRPr sz="2025">
                <a:solidFill>
                  <a:srgbClr val="BCD0EB"/>
                </a:solidFill>
                <a:latin typeface="Arial"/>
                <a:ea typeface="Arial"/>
                <a:cs typeface="Arial"/>
              </a:defRPr>
            </a:lvl8pPr>
            <a:lvl9pPr algn="l">
              <a:defRPr sz="2025">
                <a:solidFill>
                  <a:srgbClr val="BCD0EB"/>
                </a:solidFill>
                <a:latin typeface="Arial"/>
                <a:ea typeface="Arial"/>
                <a:cs typeface="Arial"/>
              </a:defRPr>
            </a:lvl9pPr>
          </a:lstStyle>
          <a:p>
            <a:pPr algn="l">
              <a:defRPr sz="2025">
                <a:solidFill>
                  <a:srgbClr val="BCD0EB"/>
                </a:solidFill>
                <a:latin typeface="Arial"/>
                <a:ea typeface="Arial"/>
                <a:cs typeface="Arial"/>
              </a:defRPr>
            </a:pPr>
            <a:r>
              <a:rPr sz="2025">
                <a:solidFill>
                  <a:srgbClr val="BCD0EB"/>
                </a:solidFill>
                <a:latin typeface="Arial"/>
                <a:ea typeface="Arial"/>
                <a:cs typeface="Arial"/>
              </a:rPr>
              <a:t>Ukuran dalam piksel. Dua ukuran yang sangat dekat dapat tergabung.</a:t>
            </a:r>
          </a:p>
        </p:txBody>
      </p:sp>
    </p:spTree>
    <p:extLst>
      <p:ext uri="{BB962C8B-B14F-4D97-AF65-F5344CB8AC3E}">
        <p14:creationId xmlns:p14="http://schemas.microsoft.com/office/powerpoint/2010/main" val="1342408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AF10ED88-F5FD-4B12-B926-11D289B0B36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judul-slide">
            <a:extLst>
              <a:ext uri="{FF2B5EF4-FFF2-40B4-BE49-F238E27FC236}">
                <a16:creationId xmlns:a16="http://schemas.microsoft.com/office/drawing/2014/main" id="{05E6E486-03D9-442E-857D-568B410FDA37}"/>
              </a:ext>
            </a:extLst>
          </p:cNvPr>
          <p:cNvSpPr>
            <a:spLocks noGrp="1"/>
          </p:cNvSpPr>
          <p:nvPr/>
        </p:nvSpPr>
        <p:spPr>
          <a:xfrm>
            <a:off x="609600" y="428625"/>
            <a:ext cx="10972800" cy="952500"/>
          </a:xfrm>
          <a:prstGeom prst="rect">
            <a:avLst/>
          </a:prstGeom>
          <a:noFill/>
          <a:ln w="0">
            <a:noFill/>
            <a:prstDash val="solid"/>
          </a:ln>
        </p:spPr>
        <p:txBody>
          <a:bodyPr wrap="square" lIns="0" tIns="0" rIns="0" bIns="0" anchor="t">
            <a:noAutofit/>
          </a:bodyPr>
          <a:lstStyle>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a:pPr algn="l">
              <a:defRPr sz="3300" b="1">
                <a:solidFill>
                  <a:srgbClr val="F4F8FF"/>
                </a:solidFill>
                <a:latin typeface="Arial"/>
                <a:ea typeface="Arial"/>
                <a:cs typeface="Arial"/>
              </a:defRPr>
            </a:pPr>
            <a:r>
              <a:rPr sz="3300" b="1">
                <a:solidFill>
                  <a:srgbClr val="F4F8FF"/>
                </a:solidFill>
                <a:latin typeface="Arial"/>
                <a:ea typeface="Arial"/>
                <a:cs typeface="Arial"/>
              </a:rPr>
              <a:t>Soal 3: hasil penghitungan koin</a:t>
            </a:r>
          </a:p>
        </p:txBody>
      </p:sp>
      <p:sp>
        <p:nvSpPr>
          <p:cNvPr id="4" name="nomor-slide">
            <a:extLst>
              <a:ext uri="{FF2B5EF4-FFF2-40B4-BE49-F238E27FC236}">
                <a16:creationId xmlns:a16="http://schemas.microsoft.com/office/drawing/2014/main" id="{75F5273C-A3D7-4848-B938-DF1ECB1A1163}"/>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r>
              <a:rPr sz="1650">
                <a:solidFill>
                  <a:srgbClr val="BCD0EB"/>
                </a:solidFill>
                <a:latin typeface="Arial"/>
                <a:ea typeface="Arial"/>
                <a:cs typeface="Arial"/>
              </a:rPr>
              <a:t>09 / 09</a:t>
            </a:r>
          </a:p>
        </p:txBody>
      </p:sp>
      <p:pic>
        <p:nvPicPr>
          <p:cNvPr id="5" name="Gambar 4">
            <a:extLst>
              <a:ext uri="{FF2B5EF4-FFF2-40B4-BE49-F238E27FC236}">
                <a16:creationId xmlns:a16="http://schemas.microsoft.com/office/drawing/2014/main" id="{9773E086-0189-4E07-B327-34716CBAFF6E}"/>
              </a:ext>
            </a:extLst>
          </p:cNvPr>
          <p:cNvPicPr>
            <a:picLocks noChangeAspect="1"/>
          </p:cNvPicPr>
          <p:nvPr/>
        </p:nvPicPr>
        <p:blipFill>
          <a:blip r:embed="rId4"/>
          <a:stretch/>
        </p:blipFill>
        <p:spPr>
          <a:xfrm>
            <a:off x="609600" y="1458173"/>
            <a:ext cx="4762500" cy="4846530"/>
          </a:xfrm>
          <a:prstGeom prst="rect">
            <a:avLst/>
          </a:prstGeom>
        </p:spPr>
      </p:pic>
      <p:graphicFrame>
        <p:nvGraphicFramePr>
          <p:cNvPr id="6" name="Tabel 5">
            <a:extLst>
              <a:ext uri="{FF2B5EF4-FFF2-40B4-BE49-F238E27FC236}">
                <a16:creationId xmlns:a16="http://schemas.microsoft.com/office/drawing/2014/main" id="{1AC72F99-33AC-44EE-91F4-0D4042875CF6}"/>
              </a:ext>
            </a:extLst>
          </p:cNvPr>
          <p:cNvGraphicFramePr/>
          <p:nvPr/>
        </p:nvGraphicFramePr>
        <p:xfrm>
          <a:off x="5829300" y="1800225"/>
          <a:ext cx="5753100" cy="2571750"/>
        </p:xfrm>
        <a:graphic>
          <a:graphicData uri="http://schemas.openxmlformats.org/drawingml/2006/table">
            <a:tbl>
              <a:tblPr/>
              <a:tblGrid>
                <a:gridCol w="171450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14350">
                <a:tc>
                  <a:txBody>
                    <a:bodyPr/>
                    <a:lstStyle/>
                    <a:p>
                      <a:pPr algn="l"/>
                      <a:r>
                        <a:rPr sz="2100" b="1">
                          <a:solidFill>
                            <a:srgbClr val="F4F8FF"/>
                          </a:solidFill>
                          <a:latin typeface="Arial"/>
                          <a:ea typeface="Arial"/>
                          <a:cs typeface="Arial"/>
                        </a:rPr>
                        <a:t>Kelompok</a:t>
                      </a:r>
                    </a:p>
                  </a:txBody>
                  <a:tcPr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2100" b="1">
                          <a:solidFill>
                            <a:srgbClr val="F4F8FF"/>
                          </a:solidFill>
                          <a:latin typeface="Arial"/>
                          <a:ea typeface="Arial"/>
                          <a:cs typeface="Arial"/>
                        </a:rPr>
                        <a:t>Median (px)</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a:lstStyle/>
                    <a:p>
                      <a:pPr algn="ctr"/>
                      <a:r>
                        <a:rPr sz="2100" b="1">
                          <a:solidFill>
                            <a:srgbClr val="F4F8FF"/>
                          </a:solidFill>
                          <a:latin typeface="Arial"/>
                          <a:ea typeface="Arial"/>
                          <a:cs typeface="Arial"/>
                        </a:rPr>
                        <a:t>Jumlah</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extLst>
                  <a:ext uri="{0D108BD9-81ED-4DB2-BD59-A6C34878D82A}">
                    <a16:rowId xmlns:a16="http://schemas.microsoft.com/office/drawing/2014/main" val="10000"/>
                  </a:ext>
                </a:extLst>
              </a:tr>
              <a:tr h="514350">
                <a:tc>
                  <a:txBody>
                    <a:bodyPr/>
                    <a:lstStyle/>
                    <a:p>
                      <a:pPr algn="l"/>
                      <a:r>
                        <a:rPr sz="2100" b="0">
                          <a:solidFill>
                            <a:srgbClr val="F4F8FF"/>
                          </a:solidFill>
                          <a:latin typeface="Arial"/>
                          <a:ea typeface="Arial"/>
                          <a:cs typeface="Arial"/>
                        </a:rPr>
                        <a:t>K1</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00" b="0">
                          <a:solidFill>
                            <a:srgbClr val="F4F8FF"/>
                          </a:solidFill>
                          <a:latin typeface="Arial"/>
                          <a:ea typeface="Arial"/>
                          <a:cs typeface="Arial"/>
                        </a:rPr>
                        <a:t>25,85</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00" b="0">
                          <a:solidFill>
                            <a:srgbClr val="F4F8FF"/>
                          </a:solidFill>
                          <a:latin typeface="Arial"/>
                          <a:ea typeface="Arial"/>
                          <a:cs typeface="Arial"/>
                        </a:rPr>
                        <a:t>25</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1"/>
                  </a:ext>
                </a:extLst>
              </a:tr>
              <a:tr h="514350">
                <a:tc>
                  <a:txBody>
                    <a:bodyPr/>
                    <a:lstStyle/>
                    <a:p>
                      <a:pPr algn="l"/>
                      <a:r>
                        <a:rPr sz="2100" b="0">
                          <a:solidFill>
                            <a:srgbClr val="F4F8FF"/>
                          </a:solidFill>
                          <a:latin typeface="Arial"/>
                          <a:ea typeface="Arial"/>
                          <a:cs typeface="Arial"/>
                        </a:rPr>
                        <a:t>K2</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2100" b="0">
                          <a:solidFill>
                            <a:srgbClr val="F4F8FF"/>
                          </a:solidFill>
                          <a:latin typeface="Arial"/>
                          <a:ea typeface="Arial"/>
                          <a:cs typeface="Arial"/>
                        </a:rPr>
                        <a:t>36,00</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2100" b="0">
                          <a:solidFill>
                            <a:srgbClr val="F4F8FF"/>
                          </a:solidFill>
                          <a:latin typeface="Arial"/>
                          <a:ea typeface="Arial"/>
                          <a:cs typeface="Arial"/>
                        </a:rPr>
                        <a:t>25</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2"/>
                  </a:ext>
                </a:extLst>
              </a:tr>
              <a:tr h="514350">
                <a:tc>
                  <a:txBody>
                    <a:bodyPr/>
                    <a:lstStyle/>
                    <a:p>
                      <a:pPr algn="l"/>
                      <a:r>
                        <a:rPr sz="2100" b="0">
                          <a:solidFill>
                            <a:srgbClr val="F4F8FF"/>
                          </a:solidFill>
                          <a:latin typeface="Arial"/>
                          <a:ea typeface="Arial"/>
                          <a:cs typeface="Arial"/>
                        </a:rPr>
                        <a:t>K3</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00" b="0">
                          <a:solidFill>
                            <a:srgbClr val="F4F8FF"/>
                          </a:solidFill>
                          <a:latin typeface="Arial"/>
                          <a:ea typeface="Arial"/>
                          <a:cs typeface="Arial"/>
                        </a:rPr>
                        <a:t>45,95</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tc>
                  <a:txBody>
                    <a:bodyPr/>
                    <a:lstStyle/>
                    <a:p>
                      <a:pPr algn="ctr"/>
                      <a:r>
                        <a:rPr sz="2100" b="0">
                          <a:solidFill>
                            <a:srgbClr val="F4F8FF"/>
                          </a:solidFill>
                          <a:latin typeface="Arial"/>
                          <a:ea typeface="Arial"/>
                          <a:cs typeface="Arial"/>
                        </a:rPr>
                        <a:t>25</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02A4B"/>
                    </a:solidFill>
                  </a:tcPr>
                </a:tc>
                <a:extLst>
                  <a:ext uri="{0D108BD9-81ED-4DB2-BD59-A6C34878D82A}">
                    <a16:rowId xmlns:a16="http://schemas.microsoft.com/office/drawing/2014/main" val="10003"/>
                  </a:ext>
                </a:extLst>
              </a:tr>
              <a:tr h="514350">
                <a:tc>
                  <a:txBody>
                    <a:bodyPr/>
                    <a:lstStyle/>
                    <a:p>
                      <a:pPr algn="l"/>
                      <a:r>
                        <a:rPr sz="2100" b="0">
                          <a:solidFill>
                            <a:srgbClr val="F4F8FF"/>
                          </a:solidFill>
                          <a:latin typeface="Arial"/>
                          <a:ea typeface="Arial"/>
                          <a:cs typeface="Arial"/>
                        </a:rPr>
                        <a:t>K4</a:t>
                      </a:r>
                    </a:p>
                  </a:txBody>
                  <a:tcPr anchor="ctr">
                    <a:lnL w="9525">
                      <a:solidFill>
                        <a:srgbClr val="355271"/>
                      </a:solidFill>
                      <a:prstDash val="soli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2100" b="0">
                          <a:solidFill>
                            <a:srgbClr val="F4F8FF"/>
                          </a:solidFill>
                          <a:latin typeface="Arial"/>
                          <a:ea typeface="Arial"/>
                          <a:cs typeface="Arial"/>
                        </a:rPr>
                        <a:t>55,93</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tc>
                  <a:txBody>
                    <a:bodyPr/>
                    <a:lstStyle/>
                    <a:p>
                      <a:pPr algn="ctr"/>
                      <a:r>
                        <a:rPr sz="2100" b="0">
                          <a:solidFill>
                            <a:srgbClr val="F4F8FF"/>
                          </a:solidFill>
                          <a:latin typeface="Arial"/>
                          <a:ea typeface="Arial"/>
                          <a:cs typeface="Arial"/>
                        </a:rPr>
                        <a:t>25</a:t>
                      </a:r>
                    </a:p>
                  </a:txBody>
                  <a:tcPr anchor="ctr">
                    <a:lnL w="9525" cap="flat" cmpd="sng" algn="ctr">
                      <a:solidFill>
                        <a:srgbClr val="355271"/>
                      </a:solidFill>
                      <a:prstDash val="solid"/>
                      <a:round/>
                      <a:headEnd type="none" w="med" len="med"/>
                      <a:tailEnd type="none" w="med" len="med"/>
                    </a:lnL>
                    <a:lnR w="9525">
                      <a:solidFill>
                        <a:srgbClr val="355271"/>
                      </a:solidFill>
                      <a:prstDash val="solid"/>
                    </a:lnR>
                    <a:lnT w="9525" cap="flat" cmpd="sng" algn="ctr">
                      <a:solidFill>
                        <a:srgbClr val="355271"/>
                      </a:solidFill>
                      <a:prstDash val="solid"/>
                      <a:round/>
                      <a:headEnd type="none" w="med" len="med"/>
                      <a:tailEnd type="none" w="med" len="med"/>
                    </a:lnT>
                    <a:lnB w="9525">
                      <a:solidFill>
                        <a:srgbClr val="355271"/>
                      </a:solidFill>
                      <a:prstDash val="solid"/>
                    </a:lnB>
                    <a:solidFill>
                      <a:srgbClr val="153453"/>
                    </a:solidFill>
                  </a:tcPr>
                </a:tc>
                <a:extLst>
                  <a:ext uri="{0D108BD9-81ED-4DB2-BD59-A6C34878D82A}">
                    <a16:rowId xmlns:a16="http://schemas.microsoft.com/office/drawing/2014/main" val="10004"/>
                  </a:ext>
                </a:extLst>
              </a:tr>
            </a:tbl>
          </a:graphicData>
        </a:graphic>
      </p:graphicFrame>
      <p:sp>
        <p:nvSpPr>
          <p:cNvPr id="7" name="total">
            <a:extLst>
              <a:ext uri="{FF2B5EF4-FFF2-40B4-BE49-F238E27FC236}">
                <a16:creationId xmlns:a16="http://schemas.microsoft.com/office/drawing/2014/main" id="{AC6C0190-151D-4925-BB50-BF1CAED65322}"/>
              </a:ext>
            </a:extLst>
          </p:cNvPr>
          <p:cNvSpPr>
            <a:spLocks noGrp="1"/>
          </p:cNvSpPr>
          <p:nvPr/>
        </p:nvSpPr>
        <p:spPr>
          <a:xfrm>
            <a:off x="5829300" y="4629150"/>
            <a:ext cx="5715000" cy="800100"/>
          </a:xfrm>
          <a:prstGeom prst="rect">
            <a:avLst/>
          </a:prstGeom>
          <a:noFill/>
          <a:ln w="0">
            <a:noFill/>
            <a:prstDash val="solid"/>
          </a:ln>
        </p:spPr>
        <p:txBody>
          <a:bodyPr wrap="square" lIns="0" tIns="0" rIns="0" bIns="0" anchor="t">
            <a:noAutofit/>
          </a:bodyPr>
          <a:lstStyle>
            <a:defPPr algn="l">
              <a:defRPr sz="4500" b="1">
                <a:solidFill>
                  <a:srgbClr val="5DDFFF"/>
                </a:solidFill>
                <a:latin typeface="Arial"/>
                <a:ea typeface="Arial"/>
                <a:cs typeface="Arial"/>
              </a:defRPr>
            </a:defPPr>
            <a:lvl1pPr algn="l">
              <a:defRPr sz="4500" b="1">
                <a:solidFill>
                  <a:srgbClr val="5DDFFF"/>
                </a:solidFill>
                <a:latin typeface="Arial"/>
                <a:ea typeface="Arial"/>
                <a:cs typeface="Arial"/>
              </a:defRPr>
            </a:lvl1pPr>
            <a:lvl2pPr algn="l">
              <a:defRPr sz="4500" b="1">
                <a:solidFill>
                  <a:srgbClr val="5DDFFF"/>
                </a:solidFill>
                <a:latin typeface="Arial"/>
                <a:ea typeface="Arial"/>
                <a:cs typeface="Arial"/>
              </a:defRPr>
            </a:lvl2pPr>
            <a:lvl3pPr algn="l">
              <a:defRPr sz="4500" b="1">
                <a:solidFill>
                  <a:srgbClr val="5DDFFF"/>
                </a:solidFill>
                <a:latin typeface="Arial"/>
                <a:ea typeface="Arial"/>
                <a:cs typeface="Arial"/>
              </a:defRPr>
            </a:lvl3pPr>
            <a:lvl4pPr algn="l">
              <a:defRPr sz="4500" b="1">
                <a:solidFill>
                  <a:srgbClr val="5DDFFF"/>
                </a:solidFill>
                <a:latin typeface="Arial"/>
                <a:ea typeface="Arial"/>
                <a:cs typeface="Arial"/>
              </a:defRPr>
            </a:lvl4pPr>
            <a:lvl5pPr algn="l">
              <a:defRPr sz="4500" b="1">
                <a:solidFill>
                  <a:srgbClr val="5DDFFF"/>
                </a:solidFill>
                <a:latin typeface="Arial"/>
                <a:ea typeface="Arial"/>
                <a:cs typeface="Arial"/>
              </a:defRPr>
            </a:lvl5pPr>
            <a:lvl6pPr algn="l">
              <a:defRPr sz="4500" b="1">
                <a:solidFill>
                  <a:srgbClr val="5DDFFF"/>
                </a:solidFill>
                <a:latin typeface="Arial"/>
                <a:ea typeface="Arial"/>
                <a:cs typeface="Arial"/>
              </a:defRPr>
            </a:lvl6pPr>
            <a:lvl7pPr algn="l">
              <a:defRPr sz="4500" b="1">
                <a:solidFill>
                  <a:srgbClr val="5DDFFF"/>
                </a:solidFill>
                <a:latin typeface="Arial"/>
                <a:ea typeface="Arial"/>
                <a:cs typeface="Arial"/>
              </a:defRPr>
            </a:lvl7pPr>
            <a:lvl8pPr algn="l">
              <a:defRPr sz="4500" b="1">
                <a:solidFill>
                  <a:srgbClr val="5DDFFF"/>
                </a:solidFill>
                <a:latin typeface="Arial"/>
                <a:ea typeface="Arial"/>
                <a:cs typeface="Arial"/>
              </a:defRPr>
            </a:lvl8pPr>
            <a:lvl9pPr algn="l">
              <a:defRPr sz="4500" b="1">
                <a:solidFill>
                  <a:srgbClr val="5DDFFF"/>
                </a:solidFill>
                <a:latin typeface="Arial"/>
                <a:ea typeface="Arial"/>
                <a:cs typeface="Arial"/>
              </a:defRPr>
            </a:lvl9pPr>
          </a:lstStyle>
          <a:p>
            <a:pPr algn="l">
              <a:defRPr sz="4500" b="1">
                <a:solidFill>
                  <a:srgbClr val="5DDFFF"/>
                </a:solidFill>
                <a:latin typeface="Arial"/>
                <a:ea typeface="Arial"/>
                <a:cs typeface="Arial"/>
              </a:defRPr>
            </a:pPr>
            <a:r>
              <a:rPr sz="4500" b="1">
                <a:solidFill>
                  <a:srgbClr val="5DDFFF"/>
                </a:solidFill>
                <a:latin typeface="Arial"/>
                <a:ea typeface="Arial"/>
                <a:cs typeface="Arial"/>
              </a:rPr>
              <a:t>100 koin</a:t>
            </a:r>
          </a:p>
        </p:txBody>
      </p:sp>
      <p:sp>
        <p:nvSpPr>
          <p:cNvPr id="8" name="validasi">
            <a:extLst>
              <a:ext uri="{FF2B5EF4-FFF2-40B4-BE49-F238E27FC236}">
                <a16:creationId xmlns:a16="http://schemas.microsoft.com/office/drawing/2014/main" id="{CCC28719-7723-40B2-9F4D-AB547A7CF821}"/>
              </a:ext>
            </a:extLst>
          </p:cNvPr>
          <p:cNvSpPr>
            <a:spLocks noGrp="1"/>
          </p:cNvSpPr>
          <p:nvPr/>
        </p:nvSpPr>
        <p:spPr>
          <a:xfrm>
            <a:off x="5829300" y="5562600"/>
            <a:ext cx="5715000" cy="762000"/>
          </a:xfrm>
          <a:prstGeom prst="rect">
            <a:avLst/>
          </a:prstGeom>
          <a:noFill/>
          <a:ln w="0">
            <a:noFill/>
            <a:prstDash val="solid"/>
          </a:ln>
        </p:spPr>
        <p:txBody>
          <a:bodyPr wrap="square" lIns="0" tIns="0" rIns="0" bIns="0" anchor="t">
            <a:noAutofit/>
          </a:bodyPr>
          <a:lstStyle>
            <a:defPPr algn="l">
              <a:defRPr sz="2100">
                <a:solidFill>
                  <a:srgbClr val="BCD0EB"/>
                </a:solidFill>
                <a:latin typeface="Arial"/>
                <a:ea typeface="Arial"/>
                <a:cs typeface="Arial"/>
              </a:defRPr>
            </a:defPPr>
            <a:lvl1pPr algn="l">
              <a:defRPr sz="2100">
                <a:solidFill>
                  <a:srgbClr val="BCD0EB"/>
                </a:solidFill>
                <a:latin typeface="Arial"/>
                <a:ea typeface="Arial"/>
                <a:cs typeface="Arial"/>
              </a:defRPr>
            </a:lvl1pPr>
            <a:lvl2pPr algn="l">
              <a:defRPr sz="2100">
                <a:solidFill>
                  <a:srgbClr val="BCD0EB"/>
                </a:solidFill>
                <a:latin typeface="Arial"/>
                <a:ea typeface="Arial"/>
                <a:cs typeface="Arial"/>
              </a:defRPr>
            </a:lvl2pPr>
            <a:lvl3pPr algn="l">
              <a:defRPr sz="2100">
                <a:solidFill>
                  <a:srgbClr val="BCD0EB"/>
                </a:solidFill>
                <a:latin typeface="Arial"/>
                <a:ea typeface="Arial"/>
                <a:cs typeface="Arial"/>
              </a:defRPr>
            </a:lvl3pPr>
            <a:lvl4pPr algn="l">
              <a:defRPr sz="2100">
                <a:solidFill>
                  <a:srgbClr val="BCD0EB"/>
                </a:solidFill>
                <a:latin typeface="Arial"/>
                <a:ea typeface="Arial"/>
                <a:cs typeface="Arial"/>
              </a:defRPr>
            </a:lvl4pPr>
            <a:lvl5pPr algn="l">
              <a:defRPr sz="2100">
                <a:solidFill>
                  <a:srgbClr val="BCD0EB"/>
                </a:solidFill>
                <a:latin typeface="Arial"/>
                <a:ea typeface="Arial"/>
                <a:cs typeface="Arial"/>
              </a:defRPr>
            </a:lvl5pPr>
            <a:lvl6pPr algn="l">
              <a:defRPr sz="2100">
                <a:solidFill>
                  <a:srgbClr val="BCD0EB"/>
                </a:solidFill>
                <a:latin typeface="Arial"/>
                <a:ea typeface="Arial"/>
                <a:cs typeface="Arial"/>
              </a:defRPr>
            </a:lvl6pPr>
            <a:lvl7pPr algn="l">
              <a:defRPr sz="2100">
                <a:solidFill>
                  <a:srgbClr val="BCD0EB"/>
                </a:solidFill>
                <a:latin typeface="Arial"/>
                <a:ea typeface="Arial"/>
                <a:cs typeface="Arial"/>
              </a:defRPr>
            </a:lvl7pPr>
            <a:lvl8pPr algn="l">
              <a:defRPr sz="2100">
                <a:solidFill>
                  <a:srgbClr val="BCD0EB"/>
                </a:solidFill>
                <a:latin typeface="Arial"/>
                <a:ea typeface="Arial"/>
                <a:cs typeface="Arial"/>
              </a:defRPr>
            </a:lvl8pPr>
            <a:lvl9pPr algn="l">
              <a:defRPr sz="2100">
                <a:solidFill>
                  <a:srgbClr val="BCD0EB"/>
                </a:solidFill>
                <a:latin typeface="Arial"/>
                <a:ea typeface="Arial"/>
                <a:cs typeface="Arial"/>
              </a:defRPr>
            </a:lvl9pPr>
          </a:lstStyle>
          <a:p>
            <a:pPr algn="l">
              <a:defRPr sz="2100">
                <a:solidFill>
                  <a:srgbClr val="BCD0EB"/>
                </a:solidFill>
                <a:latin typeface="Arial"/>
                <a:ea typeface="Arial"/>
                <a:cs typeface="Arial"/>
              </a:defRPr>
            </a:pPr>
            <a:r>
              <a:rPr sz="2100">
                <a:solidFill>
                  <a:srgbClr val="BCD0EB"/>
                </a:solidFill>
                <a:latin typeface="Arial"/>
                <a:ea typeface="Arial"/>
                <a:cs typeface="Arial"/>
              </a:rPr>
              <a:t>4 kelompok, masing-masing 25</a:t>
            </a:r>
          </a:p>
          <a:p>
            <a:pPr algn="l">
              <a:defRPr sz="2100">
                <a:solidFill>
                  <a:srgbClr val="BCD0EB"/>
                </a:solidFill>
                <a:latin typeface="Arial"/>
                <a:ea typeface="Arial"/>
                <a:cs typeface="Arial"/>
              </a:defRPr>
            </a:pPr>
            <a:r>
              <a:rPr sz="2100">
                <a:solidFill>
                  <a:srgbClr val="BCD0EB"/>
                </a:solidFill>
                <a:latin typeface="Arial"/>
                <a:ea typeface="Arial"/>
                <a:cs typeface="Arial"/>
              </a:rPr>
              <a:t>5 pengujian koin lulus</a:t>
            </a:r>
          </a:p>
        </p:txBody>
      </p:sp>
    </p:spTree>
    <p:extLst>
      <p:ext uri="{BB962C8B-B14F-4D97-AF65-F5344CB8AC3E}">
        <p14:creationId xmlns:p14="http://schemas.microsoft.com/office/powerpoint/2010/main" val="1012703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31630"/>
        </a:solidFill>
        <a:effectLst/>
      </p:bgPr>
    </p:bg>
    <p:spTree>
      <p:nvGrpSpPr>
        <p:cNvPr id="1" name=""/>
        <p:cNvGrpSpPr/>
        <p:nvPr/>
      </p:nvGrpSpPr>
      <p:grpSpPr>
        <a:xfrm>
          <a:off x="0" y="0"/>
          <a:ext cx="0" cy="0"/>
          <a:chOff x="0" y="0"/>
          <a:chExt cx="0" cy="0"/>
        </a:xfrm>
      </p:grpSpPr>
      <p:pic>
        <p:nvPicPr>
          <p:cNvPr id="2" name="Gambar 1">
            <a:extLst>
              <a:ext uri="{FF2B5EF4-FFF2-40B4-BE49-F238E27FC236}">
                <a16:creationId xmlns:a16="http://schemas.microsoft.com/office/drawing/2014/main" id="{95C3B1F6-5A26-4B48-8F7E-7CDF4E0ED51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nomor-slide">
            <a:extLst>
              <a:ext uri="{FF2B5EF4-FFF2-40B4-BE49-F238E27FC236}">
                <a16:creationId xmlns:a16="http://schemas.microsoft.com/office/drawing/2014/main" id="{80EA9678-9408-48A5-A5A5-23577D5216F3}"/>
              </a:ext>
            </a:extLst>
          </p:cNvPr>
          <p:cNvSpPr>
            <a:spLocks noGrp="1"/>
          </p:cNvSpPr>
          <p:nvPr/>
        </p:nvSpPr>
        <p:spPr>
          <a:xfrm>
            <a:off x="10553700" y="6429375"/>
            <a:ext cx="1028700" cy="266700"/>
          </a:xfrm>
          <a:prstGeom prst="rect">
            <a:avLst/>
          </a:prstGeom>
          <a:noFill/>
          <a:ln w="0">
            <a:noFill/>
            <a:prstDash val="solid"/>
          </a:ln>
        </p:spPr>
        <p:txBody>
          <a:bodyPr wrap="square" lIns="0" tIns="0" rIns="0" bIns="0" anchor="t">
            <a:noAutofit/>
          </a:bodyPr>
          <a:lstStyle>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a:pPr algn="r">
              <a:defRPr sz="1650">
                <a:solidFill>
                  <a:srgbClr val="BCD0EB"/>
                </a:solidFill>
                <a:latin typeface="Arial"/>
                <a:ea typeface="Arial"/>
                <a:cs typeface="Arial"/>
              </a:defRPr>
            </a:pPr>
            <a:endParaRPr/>
          </a:p>
        </p:txBody>
      </p:sp>
      <p:sp>
        <p:nvSpPr>
          <p:cNvPr id="4" name="penutup">
            <a:extLst>
              <a:ext uri="{FF2B5EF4-FFF2-40B4-BE49-F238E27FC236}">
                <a16:creationId xmlns:a16="http://schemas.microsoft.com/office/drawing/2014/main" id="{E9C3B6F4-5878-4669-85B9-CD6650C85840}"/>
              </a:ext>
            </a:extLst>
          </p:cNvPr>
          <p:cNvSpPr>
            <a:spLocks noGrp="1"/>
          </p:cNvSpPr>
          <p:nvPr/>
        </p:nvSpPr>
        <p:spPr>
          <a:xfrm>
            <a:off x="952500" y="2095500"/>
            <a:ext cx="10287000" cy="1190625"/>
          </a:xfrm>
          <a:prstGeom prst="rect">
            <a:avLst/>
          </a:prstGeom>
          <a:noFill/>
          <a:ln w="0">
            <a:noFill/>
            <a:prstDash val="solid"/>
          </a:ln>
        </p:spPr>
        <p:txBody>
          <a:bodyPr wrap="square" lIns="0" tIns="0" rIns="0" bIns="0" anchor="t">
            <a:noAutofit/>
          </a:bodyPr>
          <a:lstStyle>
            <a:defPPr algn="ctr">
              <a:defRPr sz="6600" b="1">
                <a:solidFill>
                  <a:srgbClr val="F4F8FF"/>
                </a:solidFill>
                <a:latin typeface="Arial"/>
                <a:ea typeface="Arial"/>
                <a:cs typeface="Arial"/>
              </a:defRPr>
            </a:defPPr>
            <a:lvl1pPr algn="ctr">
              <a:defRPr sz="6600" b="1">
                <a:solidFill>
                  <a:srgbClr val="F4F8FF"/>
                </a:solidFill>
                <a:latin typeface="Arial"/>
                <a:ea typeface="Arial"/>
                <a:cs typeface="Arial"/>
              </a:defRPr>
            </a:lvl1pPr>
            <a:lvl2pPr algn="ctr">
              <a:defRPr sz="6600" b="1">
                <a:solidFill>
                  <a:srgbClr val="F4F8FF"/>
                </a:solidFill>
                <a:latin typeface="Arial"/>
                <a:ea typeface="Arial"/>
                <a:cs typeface="Arial"/>
              </a:defRPr>
            </a:lvl2pPr>
            <a:lvl3pPr algn="ctr">
              <a:defRPr sz="6600" b="1">
                <a:solidFill>
                  <a:srgbClr val="F4F8FF"/>
                </a:solidFill>
                <a:latin typeface="Arial"/>
                <a:ea typeface="Arial"/>
                <a:cs typeface="Arial"/>
              </a:defRPr>
            </a:lvl3pPr>
            <a:lvl4pPr algn="ctr">
              <a:defRPr sz="6600" b="1">
                <a:solidFill>
                  <a:srgbClr val="F4F8FF"/>
                </a:solidFill>
                <a:latin typeface="Arial"/>
                <a:ea typeface="Arial"/>
                <a:cs typeface="Arial"/>
              </a:defRPr>
            </a:lvl4pPr>
            <a:lvl5pPr algn="ctr">
              <a:defRPr sz="6600" b="1">
                <a:solidFill>
                  <a:srgbClr val="F4F8FF"/>
                </a:solidFill>
                <a:latin typeface="Arial"/>
                <a:ea typeface="Arial"/>
                <a:cs typeface="Arial"/>
              </a:defRPr>
            </a:lvl5pPr>
            <a:lvl6pPr algn="ctr">
              <a:defRPr sz="6600" b="1">
                <a:solidFill>
                  <a:srgbClr val="F4F8FF"/>
                </a:solidFill>
                <a:latin typeface="Arial"/>
                <a:ea typeface="Arial"/>
                <a:cs typeface="Arial"/>
              </a:defRPr>
            </a:lvl6pPr>
            <a:lvl7pPr algn="ctr">
              <a:defRPr sz="6600" b="1">
                <a:solidFill>
                  <a:srgbClr val="F4F8FF"/>
                </a:solidFill>
                <a:latin typeface="Arial"/>
                <a:ea typeface="Arial"/>
                <a:cs typeface="Arial"/>
              </a:defRPr>
            </a:lvl7pPr>
            <a:lvl8pPr algn="ctr">
              <a:defRPr sz="6600" b="1">
                <a:solidFill>
                  <a:srgbClr val="F4F8FF"/>
                </a:solidFill>
                <a:latin typeface="Arial"/>
                <a:ea typeface="Arial"/>
                <a:cs typeface="Arial"/>
              </a:defRPr>
            </a:lvl8pPr>
            <a:lvl9pPr algn="ctr">
              <a:defRPr sz="6600" b="1">
                <a:solidFill>
                  <a:srgbClr val="F4F8FF"/>
                </a:solidFill>
                <a:latin typeface="Arial"/>
                <a:ea typeface="Arial"/>
                <a:cs typeface="Arial"/>
              </a:defRPr>
            </a:lvl9pPr>
          </a:lstStyle>
          <a:p>
            <a:pPr algn="ctr">
              <a:defRPr sz="6600" b="1">
                <a:solidFill>
                  <a:srgbClr val="F4F8FF"/>
                </a:solidFill>
                <a:latin typeface="Arial"/>
                <a:ea typeface="Arial"/>
                <a:cs typeface="Arial"/>
              </a:defRPr>
            </a:pPr>
            <a:r>
              <a:rPr sz="6600" b="1">
                <a:solidFill>
                  <a:srgbClr val="F4F8FF"/>
                </a:solidFill>
                <a:latin typeface="Arial"/>
                <a:ea typeface="Arial"/>
                <a:cs typeface="Arial"/>
              </a:rPr>
              <a:t>Terima kasih</a:t>
            </a:r>
          </a:p>
        </p:txBody>
      </p:sp>
      <p:sp>
        <p:nvSpPr>
          <p:cNvPr id="5" name="diskusi">
            <a:extLst>
              <a:ext uri="{FF2B5EF4-FFF2-40B4-BE49-F238E27FC236}">
                <a16:creationId xmlns:a16="http://schemas.microsoft.com/office/drawing/2014/main" id="{544CCEAA-D0F9-43B1-BBE0-6FB322D09152}"/>
              </a:ext>
            </a:extLst>
          </p:cNvPr>
          <p:cNvSpPr>
            <a:spLocks noGrp="1"/>
          </p:cNvSpPr>
          <p:nvPr/>
        </p:nvSpPr>
        <p:spPr>
          <a:xfrm>
            <a:off x="952500" y="3476625"/>
            <a:ext cx="10287000" cy="619125"/>
          </a:xfrm>
          <a:prstGeom prst="rect">
            <a:avLst/>
          </a:prstGeom>
          <a:noFill/>
          <a:ln w="0">
            <a:noFill/>
            <a:prstDash val="solid"/>
          </a:ln>
        </p:spPr>
        <p:txBody>
          <a:bodyPr wrap="square" lIns="0" tIns="0" rIns="0" bIns="0" anchor="t">
            <a:noAutofit/>
          </a:bodyPr>
          <a:lstStyle>
            <a:defPPr algn="ctr">
              <a:defRPr sz="2700" b="0">
                <a:solidFill>
                  <a:srgbClr val="5DDFFF"/>
                </a:solidFill>
                <a:latin typeface="Arial"/>
                <a:ea typeface="Arial"/>
                <a:cs typeface="Arial"/>
              </a:defRPr>
            </a:defPPr>
            <a:lvl1pPr algn="ctr">
              <a:defRPr sz="2700" b="0">
                <a:solidFill>
                  <a:srgbClr val="5DDFFF"/>
                </a:solidFill>
                <a:latin typeface="Arial"/>
                <a:ea typeface="Arial"/>
                <a:cs typeface="Arial"/>
              </a:defRPr>
            </a:lvl1pPr>
            <a:lvl2pPr algn="ctr">
              <a:defRPr sz="2700" b="0">
                <a:solidFill>
                  <a:srgbClr val="5DDFFF"/>
                </a:solidFill>
                <a:latin typeface="Arial"/>
                <a:ea typeface="Arial"/>
                <a:cs typeface="Arial"/>
              </a:defRPr>
            </a:lvl2pPr>
            <a:lvl3pPr algn="ctr">
              <a:defRPr sz="2700" b="0">
                <a:solidFill>
                  <a:srgbClr val="5DDFFF"/>
                </a:solidFill>
                <a:latin typeface="Arial"/>
                <a:ea typeface="Arial"/>
                <a:cs typeface="Arial"/>
              </a:defRPr>
            </a:lvl3pPr>
            <a:lvl4pPr algn="ctr">
              <a:defRPr sz="2700" b="0">
                <a:solidFill>
                  <a:srgbClr val="5DDFFF"/>
                </a:solidFill>
                <a:latin typeface="Arial"/>
                <a:ea typeface="Arial"/>
                <a:cs typeface="Arial"/>
              </a:defRPr>
            </a:lvl4pPr>
            <a:lvl5pPr algn="ctr">
              <a:defRPr sz="2700" b="0">
                <a:solidFill>
                  <a:srgbClr val="5DDFFF"/>
                </a:solidFill>
                <a:latin typeface="Arial"/>
                <a:ea typeface="Arial"/>
                <a:cs typeface="Arial"/>
              </a:defRPr>
            </a:lvl5pPr>
            <a:lvl6pPr algn="ctr">
              <a:defRPr sz="2700" b="0">
                <a:solidFill>
                  <a:srgbClr val="5DDFFF"/>
                </a:solidFill>
                <a:latin typeface="Arial"/>
                <a:ea typeface="Arial"/>
                <a:cs typeface="Arial"/>
              </a:defRPr>
            </a:lvl6pPr>
            <a:lvl7pPr algn="ctr">
              <a:defRPr sz="2700" b="0">
                <a:solidFill>
                  <a:srgbClr val="5DDFFF"/>
                </a:solidFill>
                <a:latin typeface="Arial"/>
                <a:ea typeface="Arial"/>
                <a:cs typeface="Arial"/>
              </a:defRPr>
            </a:lvl7pPr>
            <a:lvl8pPr algn="ctr">
              <a:defRPr sz="2700" b="0">
                <a:solidFill>
                  <a:srgbClr val="5DDFFF"/>
                </a:solidFill>
                <a:latin typeface="Arial"/>
                <a:ea typeface="Arial"/>
                <a:cs typeface="Arial"/>
              </a:defRPr>
            </a:lvl8pPr>
            <a:lvl9pPr algn="ctr">
              <a:defRPr sz="2700" b="0">
                <a:solidFill>
                  <a:srgbClr val="5DDFFF"/>
                </a:solidFill>
                <a:latin typeface="Arial"/>
                <a:ea typeface="Arial"/>
                <a:cs typeface="Arial"/>
              </a:defRPr>
            </a:lvl9pPr>
          </a:lstStyle>
          <a:p>
            <a:pPr algn="ctr">
              <a:defRPr sz="2700" b="0">
                <a:solidFill>
                  <a:srgbClr val="5DDFFF"/>
                </a:solidFill>
                <a:latin typeface="Arial"/>
                <a:ea typeface="Arial"/>
                <a:cs typeface="Arial"/>
              </a:defRPr>
            </a:pPr>
            <a:endParaRPr/>
          </a:p>
        </p:txBody>
      </p:sp>
      <p:sp>
        <p:nvSpPr>
          <p:cNvPr id="6" name="kelompok">
            <a:extLst>
              <a:ext uri="{FF2B5EF4-FFF2-40B4-BE49-F238E27FC236}">
                <a16:creationId xmlns:a16="http://schemas.microsoft.com/office/drawing/2014/main" id="{6EA412A8-D6EC-43BD-8EED-CD77977949D7}"/>
              </a:ext>
            </a:extLst>
          </p:cNvPr>
          <p:cNvSpPr>
            <a:spLocks noGrp="1"/>
          </p:cNvSpPr>
          <p:nvPr/>
        </p:nvSpPr>
        <p:spPr>
          <a:xfrm>
            <a:off x="952500" y="4619625"/>
            <a:ext cx="10287000" cy="428625"/>
          </a:xfrm>
          <a:prstGeom prst="rect">
            <a:avLst/>
          </a:prstGeom>
          <a:noFill/>
          <a:ln w="0">
            <a:noFill/>
            <a:prstDash val="solid"/>
          </a:ln>
        </p:spPr>
        <p:txBody>
          <a:bodyPr wrap="square" lIns="0" tIns="0" rIns="0" bIns="0" anchor="t">
            <a:noAutofit/>
          </a:bodyPr>
          <a:lstStyle>
            <a:defPPr algn="ctr">
              <a:defRPr sz="2100" b="0">
                <a:solidFill>
                  <a:srgbClr val="BCD0EB"/>
                </a:solidFill>
                <a:latin typeface="Arial"/>
                <a:ea typeface="Arial"/>
                <a:cs typeface="Arial"/>
              </a:defRPr>
            </a:defPPr>
            <a:lvl1pPr algn="ctr">
              <a:defRPr sz="2100" b="0">
                <a:solidFill>
                  <a:srgbClr val="BCD0EB"/>
                </a:solidFill>
                <a:latin typeface="Arial"/>
                <a:ea typeface="Arial"/>
                <a:cs typeface="Arial"/>
              </a:defRPr>
            </a:lvl1pPr>
            <a:lvl2pPr algn="ctr">
              <a:defRPr sz="2100" b="0">
                <a:solidFill>
                  <a:srgbClr val="BCD0EB"/>
                </a:solidFill>
                <a:latin typeface="Arial"/>
                <a:ea typeface="Arial"/>
                <a:cs typeface="Arial"/>
              </a:defRPr>
            </a:lvl2pPr>
            <a:lvl3pPr algn="ctr">
              <a:defRPr sz="2100" b="0">
                <a:solidFill>
                  <a:srgbClr val="BCD0EB"/>
                </a:solidFill>
                <a:latin typeface="Arial"/>
                <a:ea typeface="Arial"/>
                <a:cs typeface="Arial"/>
              </a:defRPr>
            </a:lvl3pPr>
            <a:lvl4pPr algn="ctr">
              <a:defRPr sz="2100" b="0">
                <a:solidFill>
                  <a:srgbClr val="BCD0EB"/>
                </a:solidFill>
                <a:latin typeface="Arial"/>
                <a:ea typeface="Arial"/>
                <a:cs typeface="Arial"/>
              </a:defRPr>
            </a:lvl4pPr>
            <a:lvl5pPr algn="ctr">
              <a:defRPr sz="2100" b="0">
                <a:solidFill>
                  <a:srgbClr val="BCD0EB"/>
                </a:solidFill>
                <a:latin typeface="Arial"/>
                <a:ea typeface="Arial"/>
                <a:cs typeface="Arial"/>
              </a:defRPr>
            </a:lvl5pPr>
            <a:lvl6pPr algn="ctr">
              <a:defRPr sz="2100" b="0">
                <a:solidFill>
                  <a:srgbClr val="BCD0EB"/>
                </a:solidFill>
                <a:latin typeface="Arial"/>
                <a:ea typeface="Arial"/>
                <a:cs typeface="Arial"/>
              </a:defRPr>
            </a:lvl6pPr>
            <a:lvl7pPr algn="ctr">
              <a:defRPr sz="2100" b="0">
                <a:solidFill>
                  <a:srgbClr val="BCD0EB"/>
                </a:solidFill>
                <a:latin typeface="Arial"/>
                <a:ea typeface="Arial"/>
                <a:cs typeface="Arial"/>
              </a:defRPr>
            </a:lvl7pPr>
            <a:lvl8pPr algn="ctr">
              <a:defRPr sz="2100" b="0">
                <a:solidFill>
                  <a:srgbClr val="BCD0EB"/>
                </a:solidFill>
                <a:latin typeface="Arial"/>
                <a:ea typeface="Arial"/>
                <a:cs typeface="Arial"/>
              </a:defRPr>
            </a:lvl8pPr>
            <a:lvl9pPr algn="ctr">
              <a:defRPr sz="2100" b="0">
                <a:solidFill>
                  <a:srgbClr val="BCD0EB"/>
                </a:solidFill>
                <a:latin typeface="Arial"/>
                <a:ea typeface="Arial"/>
                <a:cs typeface="Arial"/>
              </a:defRPr>
            </a:lvl9pPr>
          </a:lstStyle>
          <a:p>
            <a:pPr>
              <a:defRPr sz="2100" b="0">
                <a:solidFill>
                  <a:srgbClr val="BCD0EB"/>
                </a:solidFill>
                <a:latin typeface="Arial"/>
                <a:ea typeface="Arial"/>
                <a:cs typeface="Arial"/>
              </a:defRPr>
            </a:pPr>
            <a:r>
              <a:rPr lang="en-US" dirty="0"/>
              <a:t>https://github.com/Bambang-code/uts-pcd-kelompok-9</a:t>
            </a:r>
            <a:endParaRPr sz="2100" b="0" dirty="0">
              <a:solidFill>
                <a:srgbClr val="BCD0EB"/>
              </a:solidFill>
              <a:latin typeface="Arial"/>
              <a:ea typeface="Arial"/>
              <a:cs typeface="Arial"/>
            </a:endParaRPr>
          </a:p>
        </p:txBody>
      </p:sp>
    </p:spTree>
    <p:extLst>
      <p:ext uri="{BB962C8B-B14F-4D97-AF65-F5344CB8AC3E}">
        <p14:creationId xmlns:p14="http://schemas.microsoft.com/office/powerpoint/2010/main" val="200926136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2226</Words>
  <Application>Microsoft Office PowerPoint</Application>
  <DocSecurity>0</DocSecurity>
  <PresentationFormat>Layar Lebar</PresentationFormat>
  <Paragraphs>220</Paragraphs>
  <Slides>11</Slides>
  <Notes>11</Notes>
  <HiddenSlides>0</HiddenSlides>
  <MMClips>0</MMClips>
  <ScaleCrop>false</ScaleCrop>
  <HeadingPairs>
    <vt:vector size="6" baseType="variant">
      <vt:variant>
        <vt:lpstr>Font Dipakai</vt:lpstr>
      </vt:variant>
      <vt:variant>
        <vt:i4>2</vt:i4>
      </vt:variant>
      <vt:variant>
        <vt:lpstr>Tema</vt:lpstr>
      </vt:variant>
      <vt:variant>
        <vt:i4>1</vt:i4>
      </vt:variant>
      <vt:variant>
        <vt:lpstr>Judul Slide</vt:lpstr>
      </vt:variant>
      <vt:variant>
        <vt:i4>11</vt:i4>
      </vt:variant>
    </vt:vector>
  </HeadingPairs>
  <TitlesOfParts>
    <vt:vector size="14" baseType="lpstr">
      <vt:lpstr>Arial</vt:lpstr>
      <vt:lpstr>Consolas</vt:lpstr>
      <vt:lpstr>ChatGPT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Bambang Herlambang</cp:lastModifiedBy>
  <cp:revision>3</cp:revision>
  <dcterms:created xsi:type="dcterms:W3CDTF">2026-10-22T03:59:34Z</dcterms:created>
  <dcterms:modified xsi:type="dcterms:W3CDTF">2026-10-22T16:15:17Z</dcterms:modified>
</cp:coreProperties>
</file>